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3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7" r:id="rId3"/>
  </p:sldMasterIdLst>
  <p:notesMasterIdLst>
    <p:notesMasterId r:id="rId30"/>
  </p:notesMasterIdLst>
  <p:handoutMasterIdLst>
    <p:handoutMasterId r:id="rId31"/>
  </p:handoutMasterIdLst>
  <p:sldIdLst>
    <p:sldId id="574" r:id="rId4"/>
    <p:sldId id="685" r:id="rId5"/>
    <p:sldId id="710" r:id="rId6"/>
    <p:sldId id="711" r:id="rId7"/>
    <p:sldId id="712" r:id="rId8"/>
    <p:sldId id="713" r:id="rId9"/>
    <p:sldId id="714" r:id="rId10"/>
    <p:sldId id="715" r:id="rId11"/>
    <p:sldId id="687" r:id="rId12"/>
    <p:sldId id="688" r:id="rId13"/>
    <p:sldId id="689" r:id="rId14"/>
    <p:sldId id="690" r:id="rId15"/>
    <p:sldId id="691" r:id="rId16"/>
    <p:sldId id="692" r:id="rId17"/>
    <p:sldId id="693" r:id="rId18"/>
    <p:sldId id="694" r:id="rId19"/>
    <p:sldId id="695" r:id="rId20"/>
    <p:sldId id="696" r:id="rId21"/>
    <p:sldId id="698" r:id="rId22"/>
    <p:sldId id="702" r:id="rId23"/>
    <p:sldId id="701" r:id="rId24"/>
    <p:sldId id="703" r:id="rId25"/>
    <p:sldId id="697" r:id="rId26"/>
    <p:sldId id="704" r:id="rId27"/>
    <p:sldId id="706" r:id="rId28"/>
    <p:sldId id="709" r:id="rId29"/>
  </p:sldIdLst>
  <p:sldSz cx="9144000" cy="5143500" type="screen16x9"/>
  <p:notesSz cx="6858000" cy="9144000"/>
  <p:embeddedFontLst/>
  <p:custDataLst>
    <p:tags r:id="rId36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E2A6164-6C94-4D72-A808-DBA72125A748}">
          <p14:sldIdLst>
            <p14:sldId id="574"/>
            <p14:sldId id="685"/>
            <p14:sldId id="710"/>
            <p14:sldId id="711"/>
            <p14:sldId id="712"/>
            <p14:sldId id="713"/>
            <p14:sldId id="714"/>
            <p14:sldId id="715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  <p14:sldId id="695"/>
            <p14:sldId id="696"/>
            <p14:sldId id="698"/>
            <p14:sldId id="702"/>
            <p14:sldId id="701"/>
            <p14:sldId id="703"/>
            <p14:sldId id="697"/>
            <p14:sldId id="704"/>
            <p14:sldId id="706"/>
            <p14:sldId id="709"/>
          </p14:sldIdLst>
        </p14:section>
      </p14:sectionLst>
    </p:ext>
    <p:ext uri="{EFAFB233-063F-42B5-8137-9DF3F51BA10A}">
      <p15:sldGuideLst xmlns:p15="http://schemas.microsoft.com/office/powerpoint/2012/main">
        <p15:guide id="1" pos="5012" userDrawn="1">
          <p15:clr>
            <a:srgbClr val="A4A3A4"/>
          </p15:clr>
        </p15:guide>
        <p15:guide id="2" orient="horz" pos="683" userDrawn="1">
          <p15:clr>
            <a:srgbClr val="A4A3A4"/>
          </p15:clr>
        </p15:guide>
        <p15:guide id="3" orient="horz" pos="3046" userDrawn="1">
          <p15:clr>
            <a:srgbClr val="A4A3A4"/>
          </p15:clr>
        </p15:guide>
        <p15:guide id="4" orient="horz" pos="3046" userDrawn="1">
          <p15:clr>
            <a:srgbClr val="A4A3A4"/>
          </p15:clr>
        </p15:guide>
        <p15:guide id="5" pos="288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3811"/>
    <a:srgbClr val="EC5630"/>
    <a:srgbClr val="FFF2F1"/>
    <a:srgbClr val="71687A"/>
    <a:srgbClr val="D66650"/>
    <a:srgbClr val="FACFC4"/>
    <a:srgbClr val="FEECEA"/>
    <a:srgbClr val="FFF2F2"/>
    <a:srgbClr val="79A2C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46" y="67"/>
      </p:cViewPr>
      <p:guideLst>
        <p:guide pos="5012"/>
        <p:guide orient="horz" pos="683"/>
        <p:guide orient="horz" pos="3046"/>
        <p:guide orient="horz" pos="3046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6" Type="http://schemas.openxmlformats.org/officeDocument/2006/relationships/tags" Target="tags/tag1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notesMaster" Target="notesMasters/notes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Normal" panose="020B0400000000000000" charset="-122"/>
              </a:rPr>
            </a:fld>
            <a:endParaRPr lang="zh-CN" altLang="en-US">
              <a:latin typeface="思源黑体 CN Normal" panose="020B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Normal" panose="020B0400000000000000" charset="-122"/>
              </a:rPr>
            </a:fld>
            <a:endParaRPr lang="zh-CN" altLang="en-US">
              <a:latin typeface="思源黑体 CN Normal" panose="020B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2"/>
          <p:cNvSpPr>
            <a:spLocks noGrp="1"/>
          </p:cNvSpPr>
          <p:nvPr>
            <p:ph type="pic" sz="quarter" idx="20"/>
          </p:nvPr>
        </p:nvSpPr>
        <p:spPr>
          <a:xfrm>
            <a:off x="228600" y="3213653"/>
            <a:ext cx="4343400" cy="1663148"/>
          </a:xfrm>
          <a:prstGeom prst="roundRect">
            <a:avLst>
              <a:gd name="adj" fmla="val 635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20"/>
          </p:nvPr>
        </p:nvSpPr>
        <p:spPr>
          <a:xfrm>
            <a:off x="228600" y="1027045"/>
            <a:ext cx="3813313" cy="2411894"/>
          </a:xfrm>
          <a:prstGeom prst="roundRect">
            <a:avLst>
              <a:gd name="adj" fmla="val 635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2"/>
          <p:cNvSpPr>
            <a:spLocks noGrp="1"/>
          </p:cNvSpPr>
          <p:nvPr>
            <p:ph type="pic" sz="quarter" idx="20"/>
          </p:nvPr>
        </p:nvSpPr>
        <p:spPr>
          <a:xfrm>
            <a:off x="355600" y="1111412"/>
            <a:ext cx="2711245" cy="1615885"/>
          </a:xfrm>
          <a:prstGeom prst="roundRect">
            <a:avLst>
              <a:gd name="adj" fmla="val 635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5" name="图片占位符 2"/>
          <p:cNvSpPr>
            <a:spLocks noGrp="1"/>
          </p:cNvSpPr>
          <p:nvPr>
            <p:ph type="pic" sz="quarter" idx="21"/>
          </p:nvPr>
        </p:nvSpPr>
        <p:spPr>
          <a:xfrm>
            <a:off x="3210028" y="1111412"/>
            <a:ext cx="2711245" cy="1615885"/>
          </a:xfrm>
          <a:prstGeom prst="roundRect">
            <a:avLst>
              <a:gd name="adj" fmla="val 635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6" name="图片占位符 2"/>
          <p:cNvSpPr>
            <a:spLocks noGrp="1"/>
          </p:cNvSpPr>
          <p:nvPr>
            <p:ph type="pic" sz="quarter" idx="22"/>
          </p:nvPr>
        </p:nvSpPr>
        <p:spPr>
          <a:xfrm>
            <a:off x="6064455" y="1111412"/>
            <a:ext cx="2711245" cy="1615885"/>
          </a:xfrm>
          <a:prstGeom prst="roundRect">
            <a:avLst>
              <a:gd name="adj" fmla="val 635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2"/>
          <p:cNvSpPr>
            <a:spLocks noGrp="1"/>
          </p:cNvSpPr>
          <p:nvPr>
            <p:ph type="pic" sz="quarter" idx="22"/>
          </p:nvPr>
        </p:nvSpPr>
        <p:spPr>
          <a:xfrm>
            <a:off x="3321255" y="947530"/>
            <a:ext cx="5299284" cy="2782957"/>
          </a:xfrm>
          <a:prstGeom prst="roundRect">
            <a:avLst>
              <a:gd name="adj" fmla="val 635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2"/>
          <p:cNvSpPr>
            <a:spLocks noGrp="1"/>
          </p:cNvSpPr>
          <p:nvPr>
            <p:ph type="pic" sz="quarter" idx="20"/>
          </p:nvPr>
        </p:nvSpPr>
        <p:spPr>
          <a:xfrm>
            <a:off x="228600" y="923731"/>
            <a:ext cx="8686800" cy="1812897"/>
          </a:xfrm>
          <a:prstGeom prst="roundRect">
            <a:avLst>
              <a:gd name="adj" fmla="val 635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4"/>
          <p:cNvPicPr>
            <a:picLocks noChangeAspect="1"/>
          </p:cNvPicPr>
          <p:nvPr userDrawn="1"/>
        </p:nvPicPr>
        <p:blipFill>
          <a:blip r:embed="rId2"/>
          <a:srcRect l="3716" t="3954" r="8175" b="40833"/>
          <a:stretch>
            <a:fillRect/>
          </a:stretch>
        </p:blipFill>
        <p:spPr>
          <a:xfrm>
            <a:off x="0" y="0"/>
            <a:ext cx="12198350" cy="68732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2F2"/>
            </a:gs>
            <a:gs pos="100000">
              <a:srgbClr val="FEECE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思源黑体 CN Normal" panose="020B0400000000000000" charset="-122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1.jpe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72111" y="4297909"/>
            <a:ext cx="8520112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altLang="zh-CN" sz="4400" spc="0">
                <a:ln w="3175">
                  <a:noFill/>
                </a:ln>
                <a:solidFill>
                  <a:srgbClr val="EC5630">
                    <a:alpha val="20000"/>
                  </a:srgbClr>
                </a:solidFill>
                <a:effectLst/>
                <a:latin typeface="+mj-lt"/>
                <a:sym typeface="思源黑体 CN Normal" panose="020B0400000000000000" charset="-122"/>
              </a:rPr>
              <a:t>ENTERPRISE TRAINING</a:t>
            </a:r>
            <a:endParaRPr lang="en-US" altLang="zh-CN" sz="4400" spc="0">
              <a:ln w="3175">
                <a:noFill/>
              </a:ln>
              <a:solidFill>
                <a:srgbClr val="EC5630">
                  <a:alpha val="20000"/>
                </a:srgbClr>
              </a:solidFill>
              <a:effectLst/>
              <a:latin typeface="+mj-lt"/>
              <a:sym typeface="思源黑体 CN Normal" panose="020B0400000000000000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5893904" y="0"/>
            <a:ext cx="3250096" cy="3021496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42526" y="1822539"/>
            <a:ext cx="4689914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4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思源黑体 CN Normal" panose="020B0400000000000000" charset="-122"/>
              </a:rPr>
              <a:t>bert</a:t>
            </a:r>
            <a:r>
              <a:rPr lang="zh-CN" altLang="en-US" sz="4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思源黑体 CN Normal" panose="020B0400000000000000" charset="-122"/>
              </a:rPr>
              <a:t>架构与</a:t>
            </a:r>
            <a:r>
              <a:rPr lang="zh-CN" altLang="en-US" sz="4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思源黑体 CN Normal" panose="020B0400000000000000" charset="-122"/>
              </a:rPr>
              <a:t>应用</a:t>
            </a:r>
            <a:endParaRPr lang="zh-CN" altLang="en-US" sz="4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48323" y="3432743"/>
            <a:ext cx="2262472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贺德</a:t>
            </a:r>
            <a:r>
              <a:rPr lang="zh-CN" altLang="en-US" sz="140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涛</a:t>
            </a:r>
            <a:endParaRPr lang="zh-CN" altLang="en-US" sz="140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5638800" y="0"/>
            <a:ext cx="350519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351" y="4565879"/>
            <a:ext cx="8520112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altLang="zh-CN" sz="4400" spc="0">
                <a:ln w="3175">
                  <a:noFill/>
                </a:ln>
                <a:solidFill>
                  <a:srgbClr val="EC5630">
                    <a:alpha val="20000"/>
                  </a:srgbClr>
                </a:solidFill>
                <a:effectLst/>
                <a:latin typeface="+mj-lt"/>
                <a:sym typeface="思源黑体 CN Normal" panose="020B0400000000000000" charset="-122"/>
              </a:rPr>
              <a:t>ENTERPRISE TRAINING</a:t>
            </a:r>
            <a:endParaRPr lang="en-US" altLang="zh-CN" sz="4400" spc="0">
              <a:ln w="3175">
                <a:noFill/>
              </a:ln>
              <a:solidFill>
                <a:srgbClr val="EC5630">
                  <a:alpha val="20000"/>
                </a:srgbClr>
              </a:solidFill>
              <a:effectLst/>
              <a:latin typeface="+mj-lt"/>
              <a:sym typeface="思源黑体 CN Normal" panose="020B0400000000000000" charset="-122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5893904" y="0"/>
            <a:ext cx="3250096" cy="3021496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53415" y="3720161"/>
            <a:ext cx="2386321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000" b="1">
                <a:ln w="38100">
                  <a:noFill/>
                </a:ln>
                <a:solidFill>
                  <a:schemeClr val="tx1"/>
                </a:solidFill>
                <a:latin typeface="+mj-ea"/>
                <a:ea typeface="+mj-ea"/>
                <a:sym typeface="+mn-lt"/>
              </a:rPr>
              <a:t>应用示例</a:t>
            </a:r>
            <a:endParaRPr lang="zh-CN" altLang="en-US" sz="2000" b="1">
              <a:ln w="38100">
                <a:noFill/>
              </a:ln>
              <a:solidFill>
                <a:schemeClr val="tx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06395" y="935595"/>
            <a:ext cx="791556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3600" b="1" i="1" spc="0">
                <a:ln w="3175">
                  <a:gradFill>
                    <a:gsLst>
                      <a:gs pos="0">
                        <a:srgbClr val="EC5630"/>
                      </a:gs>
                      <a:gs pos="100000">
                        <a:srgbClr val="EC5630">
                          <a:alpha val="0"/>
                        </a:srgbClr>
                      </a:gs>
                    </a:gsLst>
                    <a:lin ang="5400000" scaled="1"/>
                  </a:gradFill>
                </a:ln>
                <a:solidFill>
                  <a:schemeClr val="tx1"/>
                </a:solidFill>
                <a:effectLst/>
              </a:rPr>
              <a:t>01</a:t>
            </a:r>
            <a:endParaRPr lang="en-US" altLang="zh-CN" sz="3600" b="1" i="1" spc="0">
              <a:ln w="3175">
                <a:gradFill>
                  <a:gsLst>
                    <a:gs pos="0">
                      <a:srgbClr val="EC5630"/>
                    </a:gs>
                    <a:gs pos="100000">
                      <a:srgbClr val="EC5630">
                        <a:alpha val="0"/>
                      </a:srgbClr>
                    </a:gs>
                  </a:gsLst>
                  <a:lin ang="5400000" scaled="1"/>
                </a:gradFill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3416" y="1069317"/>
            <a:ext cx="178531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000" b="1">
                <a:ln w="38100">
                  <a:noFill/>
                </a:ln>
                <a:solidFill>
                  <a:schemeClr val="tx1"/>
                </a:solidFill>
                <a:latin typeface="+mj-ea"/>
                <a:ea typeface="+mj-ea"/>
                <a:sym typeface="+mn-lt"/>
              </a:rPr>
              <a:t>自然语言发展</a:t>
            </a:r>
            <a:endParaRPr lang="zh-CN" altLang="en-US" sz="2000" b="1">
              <a:ln w="38100">
                <a:noFill/>
              </a:ln>
              <a:solidFill>
                <a:schemeClr val="tx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06395" y="1814765"/>
            <a:ext cx="791556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3600" b="1" i="1" spc="0">
                <a:ln w="3175">
                  <a:gradFill>
                    <a:gsLst>
                      <a:gs pos="0">
                        <a:srgbClr val="EC5630"/>
                      </a:gs>
                      <a:gs pos="100000">
                        <a:srgbClr val="EC5630">
                          <a:alpha val="0"/>
                        </a:srgbClr>
                      </a:gs>
                    </a:gsLst>
                    <a:lin ang="5400000" scaled="1"/>
                  </a:gradFill>
                </a:ln>
                <a:solidFill>
                  <a:schemeClr val="tx1"/>
                </a:solidFill>
                <a:effectLst/>
              </a:rPr>
              <a:t>02</a:t>
            </a:r>
            <a:endParaRPr lang="en-US" altLang="zh-CN" sz="3600" b="1" i="1" spc="0">
              <a:ln w="3175">
                <a:gradFill>
                  <a:gsLst>
                    <a:gs pos="0">
                      <a:srgbClr val="EC5630"/>
                    </a:gs>
                    <a:gs pos="100000">
                      <a:srgbClr val="EC5630">
                        <a:alpha val="0"/>
                      </a:srgbClr>
                    </a:gs>
                  </a:gsLst>
                  <a:lin ang="5400000" scaled="1"/>
                </a:gradFill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106395" y="2693935"/>
            <a:ext cx="791556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3600" b="1" i="1" spc="0">
                <a:ln w="3175">
                  <a:gradFill>
                    <a:gsLst>
                      <a:gs pos="0">
                        <a:srgbClr val="EC5630"/>
                      </a:gs>
                      <a:gs pos="100000">
                        <a:srgbClr val="EC5630">
                          <a:alpha val="0"/>
                        </a:srgbClr>
                      </a:gs>
                    </a:gsLst>
                    <a:lin ang="5400000" scaled="1"/>
                  </a:gradFill>
                </a:ln>
                <a:solidFill>
                  <a:schemeClr val="tx1"/>
                </a:solidFill>
                <a:effectLst/>
              </a:rPr>
              <a:t>03</a:t>
            </a:r>
            <a:endParaRPr lang="en-US" altLang="zh-CN" sz="3600" b="1" i="1" spc="0">
              <a:ln w="3175">
                <a:gradFill>
                  <a:gsLst>
                    <a:gs pos="0">
                      <a:srgbClr val="EC5630"/>
                    </a:gs>
                    <a:gs pos="100000">
                      <a:srgbClr val="EC5630">
                        <a:alpha val="0"/>
                      </a:srgbClr>
                    </a:gs>
                  </a:gsLst>
                  <a:lin ang="5400000" scaled="1"/>
                </a:gradFill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106395" y="3579277"/>
            <a:ext cx="791556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3600" b="1" i="1" spc="0">
                <a:ln w="3175">
                  <a:gradFill>
                    <a:gsLst>
                      <a:gs pos="0">
                        <a:srgbClr val="EC5630"/>
                      </a:gs>
                      <a:gs pos="100000">
                        <a:srgbClr val="EC5630">
                          <a:alpha val="0"/>
                        </a:srgbClr>
                      </a:gs>
                    </a:gsLst>
                    <a:lin ang="5400000" scaled="1"/>
                  </a:gradFill>
                </a:ln>
                <a:solidFill>
                  <a:schemeClr val="tx1"/>
                </a:solidFill>
                <a:effectLst/>
              </a:rPr>
              <a:t>04</a:t>
            </a:r>
            <a:endParaRPr lang="en-US" altLang="zh-CN" sz="3600" b="1" i="1" spc="0">
              <a:ln w="3175">
                <a:gradFill>
                  <a:gsLst>
                    <a:gs pos="0">
                      <a:srgbClr val="EC5630"/>
                    </a:gs>
                    <a:gs pos="100000">
                      <a:srgbClr val="EC5630">
                        <a:alpha val="0"/>
                      </a:srgbClr>
                    </a:gs>
                  </a:gsLst>
                  <a:lin ang="5400000" scaled="1"/>
                </a:gradFill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6" name="任意多边形: 形状 25"/>
          <p:cNvSpPr/>
          <p:nvPr/>
        </p:nvSpPr>
        <p:spPr>
          <a:xfrm rot="10800000">
            <a:off x="0" y="3896710"/>
            <a:ext cx="1341120" cy="1246790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395288" y="2508472"/>
            <a:ext cx="199231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800">
                <a:ln w="38100">
                  <a:noFill/>
                </a:ln>
                <a:solidFill>
                  <a:srgbClr val="71687A"/>
                </a:solidFill>
                <a:latin typeface="+mj-ea"/>
                <a:ea typeface="+mj-ea"/>
                <a:sym typeface="思源黑体 CN Normal" panose="020B0400000000000000" charset="-122"/>
              </a:rPr>
              <a:t>CONTENTS</a:t>
            </a:r>
            <a:endParaRPr lang="zh-CN" altLang="en-US" sz="1800">
              <a:ln w="38100">
                <a:noFill/>
              </a:ln>
              <a:solidFill>
                <a:srgbClr val="71687A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95288" y="1765740"/>
            <a:ext cx="1584959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defTabSz="457200">
              <a:defRPr sz="4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4400">
                <a:sym typeface="思源黑体 CN Normal" panose="020B0400000000000000" charset="-122"/>
              </a:rPr>
              <a:t>目录</a:t>
            </a:r>
            <a:endParaRPr lang="zh-CN" altLang="en-US" sz="44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5638800" y="0"/>
            <a:ext cx="3505199" cy="51435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3898265" y="2833370"/>
            <a:ext cx="35045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2000" b="1">
                <a:ln w="38100">
                  <a:noFill/>
                </a:ln>
                <a:solidFill>
                  <a:schemeClr val="tx1"/>
                </a:solidFill>
                <a:latin typeface="+mj-ea"/>
                <a:ea typeface="+mj-ea"/>
                <a:sym typeface="+mn-lt"/>
              </a:rPr>
              <a:t>transformer&amp;</a:t>
            </a:r>
            <a:r>
              <a:rPr lang="en-US" altLang="zh-CN" sz="2000" b="1">
                <a:ln w="38100">
                  <a:noFill/>
                </a:ln>
                <a:solidFill>
                  <a:schemeClr val="tx1"/>
                </a:solidFill>
                <a:latin typeface="+mj-ea"/>
                <a:ea typeface="+mj-ea"/>
                <a:sym typeface="+mn-lt"/>
              </a:rPr>
              <a:t>bert</a:t>
            </a:r>
            <a:r>
              <a:rPr lang="en-US" altLang="zh-CN" sz="2000" b="1">
                <a:ln w="38100">
                  <a:noFill/>
                </a:ln>
                <a:latin typeface="+mj-ea"/>
                <a:ea typeface="+mj-ea"/>
                <a:sym typeface="+mn-lt"/>
              </a:rPr>
              <a:t>&amp;GPT</a:t>
            </a:r>
            <a:r>
              <a:rPr lang="zh-CN" altLang="en-US" sz="2000" b="1">
                <a:ln w="38100">
                  <a:noFill/>
                </a:ln>
                <a:solidFill>
                  <a:schemeClr val="tx1"/>
                </a:solidFill>
                <a:latin typeface="+mj-ea"/>
                <a:ea typeface="+mj-ea"/>
                <a:sym typeface="+mn-lt"/>
              </a:rPr>
              <a:t>架构</a:t>
            </a:r>
            <a:endParaRPr lang="zh-CN" altLang="en-US" sz="2000" b="1">
              <a:ln w="38100">
                <a:noFill/>
              </a:ln>
              <a:solidFill>
                <a:schemeClr val="tx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61130" y="1948815"/>
            <a:ext cx="35045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000" b="1">
                <a:ln w="38100">
                  <a:noFill/>
                </a:ln>
                <a:solidFill>
                  <a:schemeClr val="tx1"/>
                </a:solidFill>
                <a:latin typeface="+mj-ea"/>
                <a:ea typeface="+mj-ea"/>
                <a:sym typeface="+mn-lt"/>
              </a:rPr>
              <a:t>深度学习基本</a:t>
            </a:r>
            <a:r>
              <a:rPr lang="zh-CN" altLang="en-US" sz="2000" b="1">
                <a:ln w="38100">
                  <a:noFill/>
                </a:ln>
                <a:solidFill>
                  <a:schemeClr val="tx1"/>
                </a:solidFill>
                <a:latin typeface="+mj-ea"/>
                <a:ea typeface="+mj-ea"/>
                <a:sym typeface="+mn-lt"/>
              </a:rPr>
              <a:t>概念</a:t>
            </a:r>
            <a:endParaRPr lang="zh-CN" altLang="en-US" sz="2000" b="1">
              <a:ln w="38100">
                <a:noFill/>
              </a:ln>
              <a:solidFill>
                <a:schemeClr val="tx1"/>
              </a:solidFill>
              <a:latin typeface="+mj-ea"/>
              <a:ea typeface="+mj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deepseek_mermaid_20251213_158cc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010" y="1022350"/>
            <a:ext cx="8308975" cy="326834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33741" y="186344"/>
            <a:ext cx="3326967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nlp</a:t>
            </a:r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模型发展</a:t>
            </a:r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时间线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188326" y="109509"/>
            <a:ext cx="3326967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主要模型介绍</a:t>
            </a:r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对比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92735" y="856202"/>
          <a:ext cx="11911965" cy="4749800"/>
        </p:xfrm>
        <a:graphic>
          <a:graphicData uri="http://schemas.openxmlformats.org/drawingml/2006/table">
            <a:tbl>
              <a:tblPr/>
              <a:tblGrid>
                <a:gridCol w="482600"/>
                <a:gridCol w="599440"/>
                <a:gridCol w="847725"/>
                <a:gridCol w="2544445"/>
                <a:gridCol w="2395220"/>
                <a:gridCol w="1360170"/>
              </a:tblGrid>
              <a:tr h="210820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年代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55C1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模型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55C1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技术特点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55C1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核心贡献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55C1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主要缺陷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55C1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/>
                          <a:ea typeface="宋体"/>
                        </a:rPr>
                        <a:t>后续如何解决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55C10"/>
                    </a:solidFill>
                  </a:tcPr>
                </a:tc>
              </a:tr>
              <a:tr h="14922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90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年代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HMM</a:t>
                      </a:r>
                      <a:endParaRPr lang="en-US" altLang="zh-CN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统计方法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为序列问题提供了概率图模型框架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强独立性假设，特征能力弱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被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CRF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取代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90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年代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CRF</a:t>
                      </a:r>
                      <a:endParaRPr lang="en-US" altLang="zh-CN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统计方法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引入全局特征，判别式模型，效果优于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HMM</a:t>
                      </a:r>
                      <a:endParaRPr lang="en-US" altLang="zh-CN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依赖手工特征工程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被神经网络模型取代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2010</a:t>
                      </a:r>
                      <a:endParaRPr lang="en-US" altLang="zh-CN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RNN</a:t>
                      </a:r>
                      <a:endParaRPr lang="en-US" altLang="zh-CN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深度学习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端到端学习，自动学习特征表示，处理变长序列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梯度消失，无法处理长依赖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被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LSTM/GRU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解决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2012</a:t>
                      </a:r>
                      <a:endParaRPr lang="en-US" altLang="zh-CN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LSTM</a:t>
                      </a:r>
                      <a:endParaRPr lang="en-US" altLang="zh-CN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深度学习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门控机制，有效捕捉长距离依赖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顺序计算，无法并行，计算复杂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被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Transformer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解决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2017</a:t>
                      </a:r>
                      <a:endParaRPr lang="en-US" altLang="zh-CN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Transformer</a:t>
                      </a:r>
                      <a:endParaRPr lang="en-US" altLang="zh-CN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预训练时代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自注意力，完美长距离依赖，高度并行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O(n²)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复杂度，位置信息需编码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后续有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Longformer, Linformer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等改进计算效率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5050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2018</a:t>
                      </a:r>
                      <a:endParaRPr lang="en-US" altLang="zh-CN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bert</a:t>
                      </a:r>
                      <a:endParaRPr lang="en-US" altLang="zh-CN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迁移学习大规模预训练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+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任务特定微调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为克服传统单向语言模型（如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GPT-1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）或浅层双向模型（如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ELMo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）在深度、双向上下文理解上的局限，以及统一各类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NLP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任务的框架而诞生。</a:t>
                      </a:r>
                      <a:b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架构：基于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Transformer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的双向编码器。预训练任务：掩码语言建模（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MLM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）与下一句预测（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NSP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）</a:t>
                      </a:r>
                      <a:b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微调范式：预训练后，针对不同下游任务进行微调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1. 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计算成本高：训练与推理需要大量算力。</a:t>
                      </a:r>
                      <a:b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2. 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序列长度限制：通常最多处理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512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个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token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，难以处理长文档。</a:t>
                      </a:r>
                      <a:b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3. 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知识局限：缺乏真正的常识与推理能力，可能学习到数据中的偏见。</a:t>
                      </a:r>
                      <a:b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4. 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可解释性差：作为一个复杂的“黑盒”模型，其决策过程难以理解。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2022</a:t>
                      </a:r>
                      <a:endParaRPr lang="en-US" altLang="zh-CN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GPT-3/4</a:t>
                      </a:r>
                      <a:endParaRPr lang="en-US" altLang="zh-CN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超大参数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+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数据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基于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Transformer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的自回归语言模型，类人语言能力、多任务统一，确立并证明了超大规模预训练模型的卓越能力与“预训练</a:t>
                      </a:r>
                      <a:r>
                        <a:rPr lang="en-US" altLang="zh-CN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+</a:t>
                      </a:r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提示”新范式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F1115"/>
                          </a:solidFill>
                          <a:latin typeface="宋体"/>
                          <a:ea typeface="宋体"/>
                        </a:rPr>
                        <a:t>存在事实性“幻觉”、社会偏见、无法持续学习、在专业领域（如医疗）可能给出危险建议</a:t>
                      </a:r>
                      <a:endParaRPr lang="zh-CN" altLang="en-US"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800" b="0" i="0">
                        <a:solidFill>
                          <a:srgbClr val="0F1115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188326" y="109509"/>
            <a:ext cx="3326967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l" defTabSz="457200">
              <a:buClrTx/>
              <a:buSzTx/>
              <a:buFontTx/>
            </a:pPr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深度学习基本概念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3665" y="3042920"/>
            <a:ext cx="7343775" cy="1568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是什么：受生物神经网络启发的计算模型，是深度学习的基本结构。 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核心组成：由大量相互连接的人工神经元组成，其核心工作流程为： 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457200"/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接收输入：获取来自其他神经元或外部数据源的输入信号； 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457200"/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加权求和：对每个输入信号赋予对应权重后进行累加计算； 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457200"/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添加偏置：在加权求和结果的基础上加入偏置项，调整计算基准；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457200"/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4.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激活输出：将上述结果传入激活函数，产生最终输出信号。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88595" y="698500"/>
            <a:ext cx="2491105" cy="1233805"/>
          </a:xfrm>
          <a:prstGeom prst="roundRect">
            <a:avLst>
              <a:gd name="adj" fmla="val 446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06705" y="1454150"/>
            <a:ext cx="2254885" cy="333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由大量相互连接的人工神经元组成</a:t>
            </a:r>
            <a:r>
              <a:rPr lang="zh-CN" altLang="en-US" sz="1050">
                <a:cs typeface="思源黑体 CN Normal" panose="020B0400000000000000" charset="-122"/>
              </a:rPr>
              <a:t>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93304" y="861057"/>
            <a:ext cx="1681545" cy="447869"/>
            <a:chOff x="1147824" y="1306286"/>
            <a:chExt cx="1681545" cy="447869"/>
          </a:xfrm>
        </p:grpSpPr>
        <p:sp>
          <p:nvSpPr>
            <p:cNvPr id="17" name="矩形: 圆角 16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147824" y="1342774"/>
              <a:ext cx="1681545" cy="337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神经</a:t>
              </a:r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网络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188326" y="109509"/>
            <a:ext cx="3326967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主要模型介绍</a:t>
            </a:r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对比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188326" y="109509"/>
            <a:ext cx="3326967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应用</a:t>
            </a:r>
            <a:r>
              <a:rPr lang="en-US" altLang="zh-CN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1-</a:t>
            </a:r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分类</a:t>
            </a:r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模型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188595" y="109220"/>
            <a:ext cx="474662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应用</a:t>
            </a:r>
            <a:r>
              <a:rPr lang="en-US" altLang="zh-CN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2:bi-</a:t>
            </a:r>
            <a:r>
              <a:rPr lang="en-US" altLang="zh-CN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encoder&amp;cross-encoder</a:t>
            </a:r>
            <a:endParaRPr lang="en-US" altLang="zh-CN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企业介绍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ENTERPRISE INTRODUCTION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321771"/>
            <a:ext cx="9144000" cy="1885950"/>
          </a:xfrm>
          <a:prstGeom prst="rect">
            <a:avLst/>
          </a:prstGeom>
          <a:gradFill flip="none" rotWithShape="1">
            <a:gsLst>
              <a:gs pos="50000">
                <a:srgbClr val="EC5630"/>
              </a:gs>
              <a:gs pos="100000">
                <a:srgbClr val="C5381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22943" y="1688982"/>
            <a:ext cx="4984424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defTabSz="914400">
              <a:defRPr sz="4800">
                <a:ln w="19050">
                  <a:noFill/>
                </a:ln>
                <a:gradFill>
                  <a:gsLst>
                    <a:gs pos="0">
                      <a:srgbClr val="F7E7E1"/>
                    </a:gs>
                    <a:gs pos="72000">
                      <a:srgbClr val="FCC896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zh-CN" altLang="en-US" sz="2400">
                <a:solidFill>
                  <a:schemeClr val="bg1"/>
                </a:solidFill>
              </a:rPr>
              <a:t>金山办公软件有限公司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4736" y="2160135"/>
            <a:ext cx="4523014" cy="7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solidFill>
                <a:schemeClr val="bg1"/>
              </a:solidFill>
              <a:cs typeface="思源黑体 CN Normal" panose="020B0400000000000000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28600" y="3480781"/>
            <a:ext cx="2830275" cy="1266626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22121" y="3874558"/>
            <a:ext cx="2346848" cy="748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22121" y="3577757"/>
            <a:ext cx="1681545" cy="3188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3156862" y="3480781"/>
            <a:ext cx="2830275" cy="1266626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350383" y="3874558"/>
            <a:ext cx="2346848" cy="748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350383" y="3577757"/>
            <a:ext cx="1681545" cy="3188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6085125" y="3480781"/>
            <a:ext cx="2830275" cy="1266626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278646" y="3874558"/>
            <a:ext cx="2346848" cy="748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278646" y="3577757"/>
            <a:ext cx="1681545" cy="3188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5340759" y="292918"/>
            <a:ext cx="3375538" cy="29148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企业介绍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ENTERPRISE INTRODUCTION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228600" y="1070186"/>
            <a:ext cx="4343400" cy="2052321"/>
          </a:xfrm>
          <a:prstGeom prst="roundRect">
            <a:avLst>
              <a:gd name="adj" fmla="val 4496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467271" y="1238525"/>
            <a:ext cx="2871921" cy="43442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latin typeface="+mj-ea"/>
                <a:ea typeface="+mj-ea"/>
              </a:rPr>
              <a:t>金山办公软件有限公司</a:t>
            </a:r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4274" y="1736799"/>
            <a:ext cx="4102205" cy="7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44274" y="2522506"/>
            <a:ext cx="4102205" cy="55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947435" y="1170347"/>
            <a:ext cx="521547" cy="521547"/>
          </a:xfrm>
          <a:prstGeom prst="ellipse">
            <a:avLst/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508411" y="1455738"/>
            <a:ext cx="3445452" cy="55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508411" y="1158937"/>
            <a:ext cx="1681545" cy="3188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4947435" y="2570733"/>
            <a:ext cx="521547" cy="521547"/>
          </a:xfrm>
          <a:prstGeom prst="ellipse">
            <a:avLst/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508411" y="2856124"/>
            <a:ext cx="3445452" cy="55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508411" y="2559323"/>
            <a:ext cx="1681545" cy="3188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4947435" y="3971118"/>
            <a:ext cx="521547" cy="521547"/>
          </a:xfrm>
          <a:prstGeom prst="ellipse">
            <a:avLst/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508411" y="4256509"/>
            <a:ext cx="3445452" cy="55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508411" y="3959708"/>
            <a:ext cx="1681545" cy="3188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pic>
        <p:nvPicPr>
          <p:cNvPr id="11" name="图片 1" descr="32313534313136373b32313534313136363bd7dcbde1"/>
          <p:cNvPicPr>
            <a:picLocks noChangeAspect="1"/>
          </p:cNvPicPr>
          <p:nvPr/>
        </p:nvPicPr>
        <p:blipFill>
          <a:blip r:embed="rId1"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1120" y="1312245"/>
            <a:ext cx="214176" cy="214176"/>
          </a:xfrm>
          <a:prstGeom prst="rect">
            <a:avLst/>
          </a:prstGeom>
        </p:spPr>
      </p:pic>
      <p:pic>
        <p:nvPicPr>
          <p:cNvPr id="13" name="图片 11" descr="32313534313136373b32313534313135373bc4bfb1ea"/>
          <p:cNvPicPr>
            <a:picLocks noChangeAspect="1"/>
          </p:cNvPicPr>
          <p:nvPr/>
        </p:nvPicPr>
        <p:blipFill>
          <a:blip r:embed="rId3"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1120" y="2724418"/>
            <a:ext cx="214176" cy="214176"/>
          </a:xfrm>
          <a:prstGeom prst="rect">
            <a:avLst/>
          </a:prstGeom>
        </p:spPr>
      </p:pic>
      <p:pic>
        <p:nvPicPr>
          <p:cNvPr id="14" name="图片 17" descr="32313534313136373b32313534313136333bcdc5b6d3"/>
          <p:cNvPicPr>
            <a:picLocks noChangeAspect="1"/>
          </p:cNvPicPr>
          <p:nvPr/>
        </p:nvPicPr>
        <p:blipFill>
          <a:blip r:embed="rId5" cstate="print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1120" y="4124803"/>
            <a:ext cx="214176" cy="214176"/>
          </a:xfrm>
          <a:prstGeom prst="rect">
            <a:avLst/>
          </a:prstGeom>
        </p:spPr>
      </p:pic>
      <p:pic>
        <p:nvPicPr>
          <p:cNvPr id="16" name="图片占位符 15"/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7" cstate="print"/>
          <a:srcRect/>
          <a:stretch>
            <a:fillRect/>
          </a:stretch>
        </p:blipFill>
        <p:spPr>
          <a:xfrm>
            <a:off x="228600" y="3213653"/>
            <a:ext cx="4343400" cy="1663148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企业介绍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ENTERPRISE INTRODUCTION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3836967" y="645315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董事会</a:t>
            </a:r>
            <a:endParaRPr lang="zh-CN" altLang="en-US" sz="1600">
              <a:latin typeface="+mj-ea"/>
              <a:ea typeface="+mj-ea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4572000" y="996401"/>
            <a:ext cx="0" cy="314789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/>
        </p:nvSpPr>
        <p:spPr>
          <a:xfrm>
            <a:off x="3836966" y="1345436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总经理</a:t>
            </a:r>
            <a:endParaRPr lang="zh-CN" altLang="en-US" sz="1600">
              <a:latin typeface="+mj-ea"/>
              <a:ea typeface="+mj-ea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352280" y="1663533"/>
            <a:ext cx="4440406" cy="537726"/>
            <a:chOff x="1794931" y="2226771"/>
            <a:chExt cx="5554136" cy="604482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1794933" y="2546773"/>
              <a:ext cx="5554134" cy="0"/>
            </a:xfrm>
            <a:prstGeom prst="line">
              <a:avLst/>
            </a:prstGeom>
            <a:ln>
              <a:headEnd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>
              <a:off x="4571999" y="2226771"/>
              <a:ext cx="0" cy="321897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179493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>
              <a:off x="7349064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/>
        </p:nvGrpSpPr>
        <p:grpSpPr>
          <a:xfrm>
            <a:off x="1323680" y="2582458"/>
            <a:ext cx="2052205" cy="284169"/>
            <a:chOff x="1794931" y="2226771"/>
            <a:chExt cx="5554136" cy="604482"/>
          </a:xfrm>
        </p:grpSpPr>
        <p:cxnSp>
          <p:nvCxnSpPr>
            <p:cNvPr id="46" name="直接连接符 45"/>
            <p:cNvCxnSpPr/>
            <p:nvPr/>
          </p:nvCxnSpPr>
          <p:spPr>
            <a:xfrm>
              <a:off x="1794933" y="2546773"/>
              <a:ext cx="5554134" cy="0"/>
            </a:xfrm>
            <a:prstGeom prst="line">
              <a:avLst/>
            </a:prstGeom>
            <a:ln>
              <a:headEnd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>
              <a:off x="4571999" y="2226771"/>
              <a:ext cx="0" cy="322915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>
              <a:off x="179493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>
              <a:off x="7349064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: 圆角 27"/>
          <p:cNvSpPr/>
          <p:nvPr/>
        </p:nvSpPr>
        <p:spPr>
          <a:xfrm>
            <a:off x="1625956" y="2303461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行政总监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566058" y="2956778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财务部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2664823" y="2956778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行政部</a:t>
            </a:r>
            <a:endParaRPr lang="zh-CN" altLang="en-US" sz="1600">
              <a:latin typeface="+mj-ea"/>
              <a:ea typeface="+mj-ea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5766284" y="2582458"/>
            <a:ext cx="2052205" cy="284169"/>
            <a:chOff x="1794931" y="2226771"/>
            <a:chExt cx="5554136" cy="604482"/>
          </a:xfrm>
        </p:grpSpPr>
        <p:cxnSp>
          <p:nvCxnSpPr>
            <p:cNvPr id="62" name="直接连接符 61"/>
            <p:cNvCxnSpPr/>
            <p:nvPr/>
          </p:nvCxnSpPr>
          <p:spPr>
            <a:xfrm>
              <a:off x="1794933" y="2546773"/>
              <a:ext cx="5554134" cy="0"/>
            </a:xfrm>
            <a:prstGeom prst="line">
              <a:avLst/>
            </a:prstGeom>
            <a:ln>
              <a:headEnd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>
            <a:xfrm>
              <a:off x="4571999" y="2226771"/>
              <a:ext cx="0" cy="322915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直接箭头连接符 1023"/>
            <p:cNvCxnSpPr/>
            <p:nvPr/>
          </p:nvCxnSpPr>
          <p:spPr>
            <a:xfrm>
              <a:off x="179493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直接箭头连接符 1024"/>
            <p:cNvCxnSpPr/>
            <p:nvPr/>
          </p:nvCxnSpPr>
          <p:spPr>
            <a:xfrm>
              <a:off x="7349064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矩形: 圆角 58"/>
          <p:cNvSpPr/>
          <p:nvPr/>
        </p:nvSpPr>
        <p:spPr>
          <a:xfrm>
            <a:off x="6068560" y="2303461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市场总监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5008662" y="2956778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企划部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7099051" y="2956778"/>
            <a:ext cx="1470067" cy="307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营销部</a:t>
            </a:r>
            <a:endParaRPr lang="zh-CN" altLang="en-US" sz="1600">
              <a:latin typeface="+mj-ea"/>
              <a:ea typeface="+mj-ea"/>
            </a:endParaRPr>
          </a:p>
        </p:txBody>
      </p:sp>
      <p:grpSp>
        <p:nvGrpSpPr>
          <p:cNvPr id="1037" name="组合 1036"/>
          <p:cNvGrpSpPr/>
          <p:nvPr/>
        </p:nvGrpSpPr>
        <p:grpSpPr>
          <a:xfrm>
            <a:off x="786792" y="3247486"/>
            <a:ext cx="1039483" cy="284169"/>
            <a:chOff x="1794931" y="2226771"/>
            <a:chExt cx="5554136" cy="604482"/>
          </a:xfrm>
        </p:grpSpPr>
        <p:cxnSp>
          <p:nvCxnSpPr>
            <p:cNvPr id="1038" name="直接连接符 1037"/>
            <p:cNvCxnSpPr/>
            <p:nvPr/>
          </p:nvCxnSpPr>
          <p:spPr>
            <a:xfrm>
              <a:off x="1794933" y="2546773"/>
              <a:ext cx="5554134" cy="0"/>
            </a:xfrm>
            <a:prstGeom prst="line">
              <a:avLst/>
            </a:prstGeom>
            <a:ln>
              <a:headEnd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直接箭头连接符 1038"/>
            <p:cNvCxnSpPr/>
            <p:nvPr/>
          </p:nvCxnSpPr>
          <p:spPr>
            <a:xfrm>
              <a:off x="4571999" y="2226771"/>
              <a:ext cx="0" cy="322915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直接箭头连接符 1039"/>
            <p:cNvCxnSpPr/>
            <p:nvPr/>
          </p:nvCxnSpPr>
          <p:spPr>
            <a:xfrm>
              <a:off x="179493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直接箭头连接符 1040"/>
            <p:cNvCxnSpPr/>
            <p:nvPr/>
          </p:nvCxnSpPr>
          <p:spPr>
            <a:xfrm>
              <a:off x="7349064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2" name="矩形: 圆角 1041"/>
          <p:cNvSpPr/>
          <p:nvPr/>
        </p:nvSpPr>
        <p:spPr>
          <a:xfrm rot="5400000">
            <a:off x="160590" y="4009908"/>
            <a:ext cx="1250477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latin typeface="+mj-ea"/>
                <a:ea typeface="+mj-ea"/>
              </a:rPr>
              <a:t>会计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1043" name="矩形: 圆角 1042"/>
          <p:cNvSpPr/>
          <p:nvPr/>
        </p:nvSpPr>
        <p:spPr>
          <a:xfrm rot="5400000">
            <a:off x="1196282" y="4005066"/>
            <a:ext cx="1250477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latin typeface="+mj-ea"/>
                <a:ea typeface="+mj-ea"/>
              </a:rPr>
              <a:t>出纳</a:t>
            </a:r>
            <a:endParaRPr lang="zh-CN" altLang="en-US" sz="1600">
              <a:latin typeface="+mj-ea"/>
              <a:ea typeface="+mj-ea"/>
            </a:endParaRPr>
          </a:p>
        </p:txBody>
      </p:sp>
      <p:grpSp>
        <p:nvGrpSpPr>
          <p:cNvPr id="1044" name="组合 1043"/>
          <p:cNvGrpSpPr/>
          <p:nvPr/>
        </p:nvGrpSpPr>
        <p:grpSpPr>
          <a:xfrm>
            <a:off x="2884651" y="3247486"/>
            <a:ext cx="1039483" cy="284169"/>
            <a:chOff x="1794931" y="2226771"/>
            <a:chExt cx="5554136" cy="604482"/>
          </a:xfrm>
        </p:grpSpPr>
        <p:cxnSp>
          <p:nvCxnSpPr>
            <p:cNvPr id="1045" name="直接连接符 1044"/>
            <p:cNvCxnSpPr/>
            <p:nvPr/>
          </p:nvCxnSpPr>
          <p:spPr>
            <a:xfrm>
              <a:off x="1794933" y="2546773"/>
              <a:ext cx="5554134" cy="0"/>
            </a:xfrm>
            <a:prstGeom prst="line">
              <a:avLst/>
            </a:prstGeom>
            <a:ln>
              <a:headEnd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直接箭头连接符 1045"/>
            <p:cNvCxnSpPr/>
            <p:nvPr/>
          </p:nvCxnSpPr>
          <p:spPr>
            <a:xfrm>
              <a:off x="4571999" y="2226771"/>
              <a:ext cx="0" cy="322915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直接箭头连接符 1046"/>
            <p:cNvCxnSpPr/>
            <p:nvPr/>
          </p:nvCxnSpPr>
          <p:spPr>
            <a:xfrm>
              <a:off x="179493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直接箭头连接符 1047"/>
            <p:cNvCxnSpPr/>
            <p:nvPr/>
          </p:nvCxnSpPr>
          <p:spPr>
            <a:xfrm>
              <a:off x="7349064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9" name="矩形: 圆角 1048"/>
          <p:cNvSpPr/>
          <p:nvPr/>
        </p:nvSpPr>
        <p:spPr>
          <a:xfrm rot="5400000">
            <a:off x="2259353" y="4007489"/>
            <a:ext cx="1250478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人事行政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1050" name="矩形: 圆角 1049"/>
          <p:cNvSpPr/>
          <p:nvPr/>
        </p:nvSpPr>
        <p:spPr>
          <a:xfrm rot="5400000">
            <a:off x="3298639" y="4016408"/>
            <a:ext cx="1273158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/>
            <a:r>
              <a:rPr lang="zh-CN" altLang="en-US" sz="1600">
                <a:latin typeface="+mj-ea"/>
                <a:ea typeface="+mj-ea"/>
              </a:rPr>
              <a:t>仓储后勤</a:t>
            </a:r>
            <a:endParaRPr lang="zh-CN" altLang="en-US" sz="1600">
              <a:latin typeface="+mj-ea"/>
              <a:ea typeface="+mj-ea"/>
            </a:endParaRPr>
          </a:p>
        </p:txBody>
      </p:sp>
      <p:grpSp>
        <p:nvGrpSpPr>
          <p:cNvPr id="1056" name="组合 1055"/>
          <p:cNvGrpSpPr/>
          <p:nvPr/>
        </p:nvGrpSpPr>
        <p:grpSpPr>
          <a:xfrm>
            <a:off x="5211835" y="3262011"/>
            <a:ext cx="1039483" cy="284169"/>
            <a:chOff x="1794931" y="2226771"/>
            <a:chExt cx="5554136" cy="604482"/>
          </a:xfrm>
        </p:grpSpPr>
        <p:cxnSp>
          <p:nvCxnSpPr>
            <p:cNvPr id="1059" name="直接连接符 1058"/>
            <p:cNvCxnSpPr/>
            <p:nvPr/>
          </p:nvCxnSpPr>
          <p:spPr>
            <a:xfrm>
              <a:off x="1794933" y="2546773"/>
              <a:ext cx="5554134" cy="0"/>
            </a:xfrm>
            <a:prstGeom prst="line">
              <a:avLst/>
            </a:prstGeom>
            <a:ln>
              <a:headEnd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直接箭头连接符 1059"/>
            <p:cNvCxnSpPr/>
            <p:nvPr/>
          </p:nvCxnSpPr>
          <p:spPr>
            <a:xfrm>
              <a:off x="4571999" y="2226771"/>
              <a:ext cx="0" cy="322915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直接箭头连接符 1060"/>
            <p:cNvCxnSpPr/>
            <p:nvPr/>
          </p:nvCxnSpPr>
          <p:spPr>
            <a:xfrm>
              <a:off x="179493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直接箭头连接符 1061"/>
            <p:cNvCxnSpPr/>
            <p:nvPr/>
          </p:nvCxnSpPr>
          <p:spPr>
            <a:xfrm>
              <a:off x="7349064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7" name="矩形: 圆角 1056"/>
          <p:cNvSpPr/>
          <p:nvPr/>
        </p:nvSpPr>
        <p:spPr>
          <a:xfrm rot="5400000">
            <a:off x="4585633" y="4024433"/>
            <a:ext cx="1250477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latin typeface="+mj-ea"/>
                <a:ea typeface="+mj-ea"/>
              </a:rPr>
              <a:t>策划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1058" name="矩形: 圆角 1057"/>
          <p:cNvSpPr/>
          <p:nvPr/>
        </p:nvSpPr>
        <p:spPr>
          <a:xfrm rot="5400000">
            <a:off x="5621325" y="4019591"/>
            <a:ext cx="1250477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latin typeface="+mj-ea"/>
                <a:ea typeface="+mj-ea"/>
              </a:rPr>
              <a:t>企宣</a:t>
            </a:r>
            <a:endParaRPr lang="zh-CN" altLang="en-US" sz="1600">
              <a:latin typeface="+mj-ea"/>
              <a:ea typeface="+mj-ea"/>
            </a:endParaRPr>
          </a:p>
        </p:txBody>
      </p:sp>
      <p:grpSp>
        <p:nvGrpSpPr>
          <p:cNvPr id="1064" name="组合 1063"/>
          <p:cNvGrpSpPr/>
          <p:nvPr/>
        </p:nvGrpSpPr>
        <p:grpSpPr>
          <a:xfrm>
            <a:off x="7314343" y="3262011"/>
            <a:ext cx="1039483" cy="284169"/>
            <a:chOff x="1794931" y="2226771"/>
            <a:chExt cx="5554136" cy="604482"/>
          </a:xfrm>
        </p:grpSpPr>
        <p:cxnSp>
          <p:nvCxnSpPr>
            <p:cNvPr id="1067" name="直接连接符 1066"/>
            <p:cNvCxnSpPr/>
            <p:nvPr/>
          </p:nvCxnSpPr>
          <p:spPr>
            <a:xfrm>
              <a:off x="1794933" y="2546773"/>
              <a:ext cx="5554134" cy="0"/>
            </a:xfrm>
            <a:prstGeom prst="line">
              <a:avLst/>
            </a:prstGeom>
            <a:ln>
              <a:headEnd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直接箭头连接符 1067"/>
            <p:cNvCxnSpPr/>
            <p:nvPr/>
          </p:nvCxnSpPr>
          <p:spPr>
            <a:xfrm>
              <a:off x="4572002" y="2226771"/>
              <a:ext cx="0" cy="601151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直接箭头连接符 1068"/>
            <p:cNvCxnSpPr/>
            <p:nvPr/>
          </p:nvCxnSpPr>
          <p:spPr>
            <a:xfrm>
              <a:off x="179493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直接箭头连接符 1069"/>
            <p:cNvCxnSpPr/>
            <p:nvPr/>
          </p:nvCxnSpPr>
          <p:spPr>
            <a:xfrm>
              <a:off x="7349061" y="2549647"/>
              <a:ext cx="0" cy="281606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5" name="矩形: 圆角 1064"/>
          <p:cNvSpPr/>
          <p:nvPr/>
        </p:nvSpPr>
        <p:spPr>
          <a:xfrm rot="5400000">
            <a:off x="6716511" y="4024433"/>
            <a:ext cx="1250477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latin typeface="+mj-ea"/>
                <a:ea typeface="+mj-ea"/>
              </a:rPr>
              <a:t>销售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1066" name="矩形: 圆角 1065"/>
          <p:cNvSpPr/>
          <p:nvPr/>
        </p:nvSpPr>
        <p:spPr>
          <a:xfrm rot="5400000">
            <a:off x="7752203" y="4019591"/>
            <a:ext cx="1250477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latin typeface="+mj-ea"/>
                <a:ea typeface="+mj-ea"/>
              </a:rPr>
              <a:t>技术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1073" name="矩形: 圆角 1072"/>
          <p:cNvSpPr/>
          <p:nvPr/>
        </p:nvSpPr>
        <p:spPr>
          <a:xfrm rot="5400000">
            <a:off x="7229688" y="4019591"/>
            <a:ext cx="1250477" cy="34602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53811"/>
              </a:gs>
              <a:gs pos="100000">
                <a:srgbClr val="EC5630"/>
              </a:gs>
            </a:gsLst>
            <a:lin ang="10800000" scaled="1"/>
            <a:tileRect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latin typeface="+mj-ea"/>
                <a:ea typeface="+mj-ea"/>
              </a:rPr>
              <a:t>采购</a:t>
            </a:r>
            <a:endParaRPr lang="zh-CN" altLang="en-US" sz="16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企业介绍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ENTERPRISE INTRODUCTION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54176" y="1297243"/>
            <a:ext cx="3212850" cy="79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sym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 kern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54176" y="1000248"/>
            <a:ext cx="148917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稻小壳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54176" y="2756319"/>
            <a:ext cx="3212850" cy="79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sym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 kern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754176" y="2459324"/>
            <a:ext cx="148917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稻小壳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54176" y="4082480"/>
            <a:ext cx="3212850" cy="79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ker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sym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 kern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754176" y="3785485"/>
            <a:ext cx="148917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稻小壳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606518" y="1036793"/>
            <a:ext cx="1034896" cy="1034896"/>
            <a:chOff x="178025" y="922492"/>
            <a:chExt cx="1165253" cy="1165253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1" cstate="print"/>
            <a:srcRect/>
            <a:stretch>
              <a:fillRect/>
            </a:stretch>
          </p:blipFill>
          <p:spPr>
            <a:xfrm>
              <a:off x="238764" y="983231"/>
              <a:ext cx="1043774" cy="1043774"/>
            </a:xfrm>
            <a:prstGeom prst="ellipse">
              <a:avLst/>
            </a:prstGeom>
          </p:spPr>
        </p:pic>
        <p:sp>
          <p:nvSpPr>
            <p:cNvPr id="18" name="椭圆 17"/>
            <p:cNvSpPr/>
            <p:nvPr/>
          </p:nvSpPr>
          <p:spPr>
            <a:xfrm>
              <a:off x="178025" y="922492"/>
              <a:ext cx="1165253" cy="1165253"/>
            </a:xfrm>
            <a:prstGeom prst="ellipse">
              <a:avLst/>
            </a:prstGeom>
            <a:noFill/>
            <a:ln>
              <a:solidFill>
                <a:srgbClr val="EC56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586287" y="2460992"/>
            <a:ext cx="1034896" cy="1034896"/>
            <a:chOff x="157794" y="2346691"/>
            <a:chExt cx="1165253" cy="1165253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2" cstate="print"/>
            <a:srcRect/>
            <a:stretch>
              <a:fillRect/>
            </a:stretch>
          </p:blipFill>
          <p:spPr>
            <a:xfrm>
              <a:off x="228600" y="2407037"/>
              <a:ext cx="1044560" cy="1044560"/>
            </a:xfrm>
            <a:prstGeom prst="ellipse">
              <a:avLst/>
            </a:prstGeom>
          </p:spPr>
        </p:pic>
        <p:sp>
          <p:nvSpPr>
            <p:cNvPr id="22" name="椭圆 21"/>
            <p:cNvSpPr/>
            <p:nvPr/>
          </p:nvSpPr>
          <p:spPr>
            <a:xfrm>
              <a:off x="157794" y="2346691"/>
              <a:ext cx="1165253" cy="1165253"/>
            </a:xfrm>
            <a:prstGeom prst="ellipse">
              <a:avLst/>
            </a:prstGeom>
            <a:noFill/>
            <a:ln>
              <a:solidFill>
                <a:srgbClr val="EC56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572000" y="3782042"/>
            <a:ext cx="1034896" cy="1034896"/>
            <a:chOff x="143507" y="3789728"/>
            <a:chExt cx="1165253" cy="1165253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3" cstate="print"/>
            <a:srcRect/>
            <a:stretch>
              <a:fillRect/>
            </a:stretch>
          </p:blipFill>
          <p:spPr>
            <a:xfrm>
              <a:off x="203853" y="3850074"/>
              <a:ext cx="1044560" cy="1044560"/>
            </a:xfrm>
            <a:prstGeom prst="ellipse">
              <a:avLst/>
            </a:prstGeom>
          </p:spPr>
        </p:pic>
        <p:sp>
          <p:nvSpPr>
            <p:cNvPr id="25" name="椭圆 24"/>
            <p:cNvSpPr/>
            <p:nvPr/>
          </p:nvSpPr>
          <p:spPr>
            <a:xfrm>
              <a:off x="143507" y="3789728"/>
              <a:ext cx="1165253" cy="1165253"/>
            </a:xfrm>
            <a:prstGeom prst="ellipse">
              <a:avLst/>
            </a:prstGeom>
            <a:noFill/>
            <a:ln>
              <a:solidFill>
                <a:srgbClr val="EC56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470543" y="1056713"/>
            <a:ext cx="694623" cy="230832"/>
            <a:chOff x="6555697" y="1056713"/>
            <a:chExt cx="694623" cy="230832"/>
          </a:xfrm>
        </p:grpSpPr>
        <p:sp>
          <p:nvSpPr>
            <p:cNvPr id="27" name="矩形: 圆角 26"/>
            <p:cNvSpPr/>
            <p:nvPr/>
          </p:nvSpPr>
          <p:spPr>
            <a:xfrm>
              <a:off x="6600993" y="1082921"/>
              <a:ext cx="604031" cy="18426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">
                <a:latin typeface="+mj-ea"/>
                <a:ea typeface="+mj-ea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6555697" y="1056713"/>
              <a:ext cx="6946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9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总经理</a:t>
              </a:r>
              <a:endParaRPr lang="zh-CN" altLang="en-US" sz="9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470543" y="2516509"/>
            <a:ext cx="694623" cy="230832"/>
            <a:chOff x="6555697" y="1056713"/>
            <a:chExt cx="694623" cy="230832"/>
          </a:xfrm>
        </p:grpSpPr>
        <p:sp>
          <p:nvSpPr>
            <p:cNvPr id="32" name="矩形: 圆角 31"/>
            <p:cNvSpPr/>
            <p:nvPr/>
          </p:nvSpPr>
          <p:spPr>
            <a:xfrm>
              <a:off x="6600993" y="1082921"/>
              <a:ext cx="604031" cy="18426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">
                <a:latin typeface="+mj-ea"/>
                <a:ea typeface="+mj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6555697" y="1056713"/>
              <a:ext cx="6946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9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行政总监</a:t>
              </a:r>
              <a:endParaRPr lang="zh-CN" altLang="en-US" sz="9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470543" y="3828297"/>
            <a:ext cx="694623" cy="230832"/>
            <a:chOff x="6555697" y="1056713"/>
            <a:chExt cx="694623" cy="230832"/>
          </a:xfrm>
        </p:grpSpPr>
        <p:sp>
          <p:nvSpPr>
            <p:cNvPr id="35" name="矩形: 圆角 34"/>
            <p:cNvSpPr/>
            <p:nvPr/>
          </p:nvSpPr>
          <p:spPr>
            <a:xfrm>
              <a:off x="6600993" y="1082921"/>
              <a:ext cx="604031" cy="18426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">
                <a:latin typeface="+mj-ea"/>
                <a:ea typeface="+mj-ea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6555697" y="1056713"/>
              <a:ext cx="69462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9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市场总监</a:t>
              </a:r>
              <a:endParaRPr lang="zh-CN" altLang="en-US" sz="9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26" name="矩形: 圆角 25"/>
          <p:cNvSpPr/>
          <p:nvPr/>
        </p:nvSpPr>
        <p:spPr>
          <a:xfrm>
            <a:off x="228600" y="3578942"/>
            <a:ext cx="3822290" cy="1247058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336755" y="3660923"/>
            <a:ext cx="3635477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pic>
        <p:nvPicPr>
          <p:cNvPr id="14" name="图片占位符 13"/>
          <p:cNvPicPr>
            <a:picLocks noGrp="1" noChangeAspect="1"/>
          </p:cNvPicPr>
          <p:nvPr>
            <p:ph type="pic" sz="quarter" idx="20"/>
          </p:nvPr>
        </p:nvPicPr>
        <p:blipFill>
          <a:blip r:embed="rId4" cstate="print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-1" y="0"/>
            <a:ext cx="4267197" cy="51435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6492" y="198735"/>
            <a:ext cx="71269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1200" spc="0">
                <a:solidFill>
                  <a:schemeClr val="bg1"/>
                </a:solidFill>
                <a:effectLst/>
                <a:sym typeface="思源黑体 CN Normal" panose="020B0400000000000000" charset="-122"/>
              </a:rPr>
              <a:t>YOUR</a:t>
            </a:r>
            <a:endParaRPr lang="en-US" altLang="zh-CN" sz="1200" spc="0">
              <a:solidFill>
                <a:schemeClr val="bg1"/>
              </a:solidFill>
              <a:effectLst/>
              <a:sym typeface="思源黑体 CN Normal" panose="020B0400000000000000" charset="-122"/>
            </a:endParaRPr>
          </a:p>
          <a:p>
            <a:pPr algn="ctr"/>
            <a:r>
              <a:rPr lang="en-US" altLang="zh-CN" sz="1200" spc="0">
                <a:solidFill>
                  <a:schemeClr val="bg1"/>
                </a:solidFill>
                <a:effectLst/>
                <a:sym typeface="思源黑体 CN Normal" panose="020B0400000000000000" charset="-122"/>
              </a:rPr>
              <a:t>LOGO</a:t>
            </a:r>
            <a:endParaRPr lang="en-US" altLang="zh-CN" sz="1200" spc="0">
              <a:solidFill>
                <a:schemeClr val="bg1"/>
              </a:solidFill>
              <a:effectLst/>
              <a:sym typeface="思源黑体 CN Normal" panose="020B0400000000000000" charset="-122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7325360" y="0"/>
            <a:ext cx="1818639" cy="1690722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752760" y="2079820"/>
            <a:ext cx="407805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4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思源黑体 CN Normal" panose="020B0400000000000000" charset="-122"/>
              </a:rPr>
              <a:t>关于企业文化</a:t>
            </a:r>
            <a:endParaRPr lang="zh-CN" altLang="en-US" sz="4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752760" y="1450466"/>
            <a:ext cx="315082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600" i="1">
                <a:ln w="3175">
                  <a:gradFill>
                    <a:gsLst>
                      <a:gs pos="0">
                        <a:srgbClr val="EC5630"/>
                      </a:gs>
                      <a:gs pos="100000">
                        <a:srgbClr val="EC563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53811"/>
                    </a:gs>
                    <a:gs pos="100000">
                      <a:srgbClr val="EC5630"/>
                    </a:gs>
                  </a:gsLst>
                  <a:lin ang="5400000" scaled="1"/>
                </a:gradFill>
                <a:latin typeface="+mj-ea"/>
                <a:ea typeface="+mj-ea"/>
                <a:sym typeface="思源黑体 CN Normal" panose="020B0400000000000000" charset="-122"/>
              </a:rPr>
              <a:t>PART TWO</a:t>
            </a:r>
            <a:endParaRPr lang="zh-CN" altLang="en-US" sz="3600" i="1">
              <a:ln w="3175">
                <a:gradFill>
                  <a:gsLst>
                    <a:gs pos="0">
                      <a:srgbClr val="EC5630"/>
                    </a:gs>
                    <a:gs pos="100000">
                      <a:srgbClr val="EC563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53811"/>
                  </a:gs>
                  <a:gs pos="100000">
                    <a:srgbClr val="EC5630"/>
                  </a:gs>
                </a:gsLst>
                <a:lin ang="5400000" scaled="1"/>
              </a:gra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05012" y="3047189"/>
            <a:ext cx="4785859" cy="551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919583" y="2949304"/>
            <a:ext cx="4486366" cy="0"/>
          </a:xfrm>
          <a:prstGeom prst="line">
            <a:avLst/>
          </a:prstGeom>
          <a:ln>
            <a:solidFill>
              <a:srgbClr val="7168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>
          <a:xfrm rot="10800000">
            <a:off x="0" y="3558988"/>
            <a:ext cx="1704393" cy="1584512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87123" y="4826000"/>
            <a:ext cx="226247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金山办公软件有限公司</a:t>
            </a:r>
            <a:endParaRPr lang="en-US" altLang="zh-CN" sz="140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7541" y="4107359"/>
            <a:ext cx="852011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r"/>
            <a:r>
              <a:rPr lang="en-US" altLang="zh-CN" sz="4000" spc="0">
                <a:ln w="3175">
                  <a:noFill/>
                </a:ln>
                <a:solidFill>
                  <a:srgbClr val="EC5630">
                    <a:alpha val="20000"/>
                  </a:srgbClr>
                </a:solidFill>
                <a:effectLst/>
                <a:latin typeface="+mj-lt"/>
                <a:sym typeface="思源黑体 CN Normal" panose="020B0400000000000000" charset="-122"/>
              </a:rPr>
              <a:t>ENTERPRISE TRAINING</a:t>
            </a:r>
            <a:endParaRPr lang="en-US" altLang="zh-CN" sz="4000" spc="0">
              <a:ln w="3175">
                <a:noFill/>
              </a:ln>
              <a:solidFill>
                <a:srgbClr val="EC5630">
                  <a:alpha val="20000"/>
                </a:srgbClr>
              </a:solidFill>
              <a:effectLst/>
              <a:latin typeface="+mj-lt"/>
              <a:sym typeface="思源黑体 CN Normal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/>
        </p:nvSpPr>
        <p:spPr>
          <a:xfrm>
            <a:off x="0" y="4157472"/>
            <a:ext cx="9144000" cy="986028"/>
          </a:xfrm>
          <a:custGeom>
            <a:avLst/>
            <a:gdLst>
              <a:gd name="connsiteX0" fmla="*/ 365767 w 9144000"/>
              <a:gd name="connsiteY0" fmla="*/ 0 h 986028"/>
              <a:gd name="connsiteX1" fmla="*/ 8778233 w 9144000"/>
              <a:gd name="connsiteY1" fmla="*/ 0 h 986028"/>
              <a:gd name="connsiteX2" fmla="*/ 9144000 w 9144000"/>
              <a:gd name="connsiteY2" fmla="*/ 365767 h 986028"/>
              <a:gd name="connsiteX3" fmla="*/ 9144000 w 9144000"/>
              <a:gd name="connsiteY3" fmla="*/ 986028 h 986028"/>
              <a:gd name="connsiteX4" fmla="*/ 0 w 9144000"/>
              <a:gd name="connsiteY4" fmla="*/ 986028 h 986028"/>
              <a:gd name="connsiteX5" fmla="*/ 0 w 9144000"/>
              <a:gd name="connsiteY5" fmla="*/ 365767 h 986028"/>
              <a:gd name="connsiteX6" fmla="*/ 365767 w 9144000"/>
              <a:gd name="connsiteY6" fmla="*/ 0 h 986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00" h="986028">
                <a:moveTo>
                  <a:pt x="365767" y="0"/>
                </a:moveTo>
                <a:lnTo>
                  <a:pt x="8778233" y="0"/>
                </a:lnTo>
                <a:cubicBezTo>
                  <a:pt x="8980241" y="0"/>
                  <a:pt x="9144000" y="163759"/>
                  <a:pt x="9144000" y="365767"/>
                </a:cubicBezTo>
                <a:lnTo>
                  <a:pt x="9144000" y="986028"/>
                </a:lnTo>
                <a:lnTo>
                  <a:pt x="0" y="986028"/>
                </a:lnTo>
                <a:lnTo>
                  <a:pt x="0" y="365767"/>
                </a:lnTo>
                <a:cubicBezTo>
                  <a:pt x="0" y="163759"/>
                  <a:pt x="163759" y="0"/>
                  <a:pt x="365767" y="0"/>
                </a:cubicBezTo>
                <a:close/>
              </a:path>
            </a:pathLst>
          </a:custGeom>
          <a:gradFill flip="none" rotWithShape="1">
            <a:gsLst>
              <a:gs pos="50000">
                <a:srgbClr val="EC5630"/>
              </a:gs>
              <a:gs pos="100000">
                <a:srgbClr val="C5381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企业文化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CORPORATE CULTURE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311944" y="4371975"/>
            <a:ext cx="8520112" cy="55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solidFill>
                <a:schemeClr val="bg1"/>
              </a:solidFill>
              <a:cs typeface="思源黑体 CN Normal" panose="020B0400000000000000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499091" y="1251705"/>
            <a:ext cx="2623130" cy="1009250"/>
            <a:chOff x="929540" y="1307312"/>
            <a:chExt cx="2623130" cy="1009250"/>
          </a:xfrm>
        </p:grpSpPr>
        <p:sp>
          <p:nvSpPr>
            <p:cNvPr id="51" name="矩形 50"/>
            <p:cNvSpPr/>
            <p:nvPr/>
          </p:nvSpPr>
          <p:spPr>
            <a:xfrm>
              <a:off x="1530591" y="1428263"/>
              <a:ext cx="1421028" cy="3292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20XX</a:t>
              </a:r>
              <a:r>
                <a:rPr lang="zh-CN" altLang="en-US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年度</a:t>
              </a:r>
              <a:endParaRPr lang="zh-CN" altLang="en-US" sz="18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1302795" y="1830491"/>
              <a:ext cx="1876621" cy="3018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输入企业荣誉称号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29540" y="1307312"/>
              <a:ext cx="2623130" cy="1009250"/>
              <a:chOff x="778431" y="2285369"/>
              <a:chExt cx="2540080" cy="977295"/>
            </a:xfrm>
            <a:gradFill>
              <a:gsLst>
                <a:gs pos="0">
                  <a:srgbClr val="EC5630"/>
                </a:gs>
                <a:gs pos="100000">
                  <a:srgbClr val="C53811"/>
                </a:gs>
              </a:gsLst>
              <a:lin ang="5400000" scaled="1"/>
            </a:gradFill>
          </p:grpSpPr>
          <p:sp>
            <p:nvSpPr>
              <p:cNvPr id="9" name="Freeform 1266"/>
              <p:cNvSpPr/>
              <p:nvPr/>
            </p:nvSpPr>
            <p:spPr bwMode="auto">
              <a:xfrm>
                <a:off x="2852964" y="2285369"/>
                <a:ext cx="465547" cy="975536"/>
              </a:xfrm>
              <a:custGeom>
                <a:avLst/>
                <a:gdLst>
                  <a:gd name="T0" fmla="*/ 683 w 900"/>
                  <a:gd name="T1" fmla="*/ 1322 h 1887"/>
                  <a:gd name="T2" fmla="*/ 621 w 900"/>
                  <a:gd name="T3" fmla="*/ 1439 h 1887"/>
                  <a:gd name="T4" fmla="*/ 824 w 900"/>
                  <a:gd name="T5" fmla="*/ 1387 h 1887"/>
                  <a:gd name="T6" fmla="*/ 479 w 900"/>
                  <a:gd name="T7" fmla="*/ 1621 h 1887"/>
                  <a:gd name="T8" fmla="*/ 762 w 900"/>
                  <a:gd name="T9" fmla="*/ 1543 h 1887"/>
                  <a:gd name="T10" fmla="*/ 431 w 900"/>
                  <a:gd name="T11" fmla="*/ 1687 h 1887"/>
                  <a:gd name="T12" fmla="*/ 436 w 900"/>
                  <a:gd name="T13" fmla="*/ 1733 h 1887"/>
                  <a:gd name="T14" fmla="*/ 559 w 900"/>
                  <a:gd name="T15" fmla="*/ 1792 h 1887"/>
                  <a:gd name="T16" fmla="*/ 194 w 900"/>
                  <a:gd name="T17" fmla="*/ 1826 h 1887"/>
                  <a:gd name="T18" fmla="*/ 51 w 900"/>
                  <a:gd name="T19" fmla="*/ 1867 h 1887"/>
                  <a:gd name="T20" fmla="*/ 309 w 900"/>
                  <a:gd name="T21" fmla="*/ 1508 h 1887"/>
                  <a:gd name="T22" fmla="*/ 270 w 900"/>
                  <a:gd name="T23" fmla="*/ 1764 h 1887"/>
                  <a:gd name="T24" fmla="*/ 434 w 900"/>
                  <a:gd name="T25" fmla="*/ 1368 h 1887"/>
                  <a:gd name="T26" fmla="*/ 466 w 900"/>
                  <a:gd name="T27" fmla="*/ 1606 h 1887"/>
                  <a:gd name="T28" fmla="*/ 495 w 900"/>
                  <a:gd name="T29" fmla="*/ 1364 h 1887"/>
                  <a:gd name="T30" fmla="*/ 599 w 900"/>
                  <a:gd name="T31" fmla="*/ 1435 h 1887"/>
                  <a:gd name="T32" fmla="*/ 581 w 900"/>
                  <a:gd name="T33" fmla="*/ 1221 h 1887"/>
                  <a:gd name="T34" fmla="*/ 686 w 900"/>
                  <a:gd name="T35" fmla="*/ 1249 h 1887"/>
                  <a:gd name="T36" fmla="*/ 599 w 900"/>
                  <a:gd name="T37" fmla="*/ 997 h 1887"/>
                  <a:gd name="T38" fmla="*/ 731 w 900"/>
                  <a:gd name="T39" fmla="*/ 946 h 1887"/>
                  <a:gd name="T40" fmla="*/ 563 w 900"/>
                  <a:gd name="T41" fmla="*/ 759 h 1887"/>
                  <a:gd name="T42" fmla="*/ 715 w 900"/>
                  <a:gd name="T43" fmla="*/ 772 h 1887"/>
                  <a:gd name="T44" fmla="*/ 526 w 900"/>
                  <a:gd name="T45" fmla="*/ 622 h 1887"/>
                  <a:gd name="T46" fmla="*/ 669 w 900"/>
                  <a:gd name="T47" fmla="*/ 618 h 1887"/>
                  <a:gd name="T48" fmla="*/ 562 w 900"/>
                  <a:gd name="T49" fmla="*/ 494 h 1887"/>
                  <a:gd name="T50" fmla="*/ 592 w 900"/>
                  <a:gd name="T51" fmla="*/ 471 h 1887"/>
                  <a:gd name="T52" fmla="*/ 556 w 900"/>
                  <a:gd name="T53" fmla="*/ 410 h 1887"/>
                  <a:gd name="T54" fmla="*/ 361 w 900"/>
                  <a:gd name="T55" fmla="*/ 332 h 1887"/>
                  <a:gd name="T56" fmla="*/ 443 w 900"/>
                  <a:gd name="T57" fmla="*/ 279 h 1887"/>
                  <a:gd name="T58" fmla="*/ 222 w 900"/>
                  <a:gd name="T59" fmla="*/ 225 h 1887"/>
                  <a:gd name="T60" fmla="*/ 197 w 900"/>
                  <a:gd name="T61" fmla="*/ 187 h 1887"/>
                  <a:gd name="T62" fmla="*/ 180 w 900"/>
                  <a:gd name="T63" fmla="*/ 104 h 1887"/>
                  <a:gd name="T64" fmla="*/ 204 w 900"/>
                  <a:gd name="T65" fmla="*/ 84 h 1887"/>
                  <a:gd name="T66" fmla="*/ 218 w 900"/>
                  <a:gd name="T67" fmla="*/ 0 h 1887"/>
                  <a:gd name="T68" fmla="*/ 338 w 900"/>
                  <a:gd name="T69" fmla="*/ 171 h 1887"/>
                  <a:gd name="T70" fmla="*/ 423 w 900"/>
                  <a:gd name="T71" fmla="*/ 138 h 1887"/>
                  <a:gd name="T72" fmla="*/ 472 w 900"/>
                  <a:gd name="T73" fmla="*/ 272 h 1887"/>
                  <a:gd name="T74" fmla="*/ 534 w 900"/>
                  <a:gd name="T75" fmla="*/ 221 h 1887"/>
                  <a:gd name="T76" fmla="*/ 573 w 900"/>
                  <a:gd name="T77" fmla="*/ 398 h 1887"/>
                  <a:gd name="T78" fmla="*/ 648 w 900"/>
                  <a:gd name="T79" fmla="*/ 352 h 1887"/>
                  <a:gd name="T80" fmla="*/ 654 w 900"/>
                  <a:gd name="T81" fmla="*/ 522 h 1887"/>
                  <a:gd name="T82" fmla="*/ 727 w 900"/>
                  <a:gd name="T83" fmla="*/ 429 h 1887"/>
                  <a:gd name="T84" fmla="*/ 790 w 900"/>
                  <a:gd name="T85" fmla="*/ 517 h 1887"/>
                  <a:gd name="T86" fmla="*/ 731 w 900"/>
                  <a:gd name="T87" fmla="*/ 770 h 1887"/>
                  <a:gd name="T88" fmla="*/ 859 w 900"/>
                  <a:gd name="T89" fmla="*/ 692 h 1887"/>
                  <a:gd name="T90" fmla="*/ 749 w 900"/>
                  <a:gd name="T91" fmla="*/ 946 h 1887"/>
                  <a:gd name="T92" fmla="*/ 849 w 900"/>
                  <a:gd name="T93" fmla="*/ 902 h 1887"/>
                  <a:gd name="T94" fmla="*/ 738 w 900"/>
                  <a:gd name="T95" fmla="*/ 1127 h 1887"/>
                  <a:gd name="T96" fmla="*/ 712 w 900"/>
                  <a:gd name="T97" fmla="*/ 1236 h 1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00" h="1887">
                    <a:moveTo>
                      <a:pt x="900" y="1106"/>
                    </a:moveTo>
                    <a:cubicBezTo>
                      <a:pt x="894" y="1125"/>
                      <a:pt x="889" y="1144"/>
                      <a:pt x="883" y="1163"/>
                    </a:cubicBezTo>
                    <a:cubicBezTo>
                      <a:pt x="869" y="1202"/>
                      <a:pt x="851" y="1239"/>
                      <a:pt x="823" y="1269"/>
                    </a:cubicBezTo>
                    <a:cubicBezTo>
                      <a:pt x="785" y="1310"/>
                      <a:pt x="739" y="1329"/>
                      <a:pt x="683" y="1322"/>
                    </a:cubicBezTo>
                    <a:cubicBezTo>
                      <a:pt x="679" y="1322"/>
                      <a:pt x="676" y="1322"/>
                      <a:pt x="674" y="1326"/>
                    </a:cubicBezTo>
                    <a:cubicBezTo>
                      <a:pt x="655" y="1364"/>
                      <a:pt x="636" y="1402"/>
                      <a:pt x="617" y="1440"/>
                    </a:cubicBezTo>
                    <a:cubicBezTo>
                      <a:pt x="616" y="1441"/>
                      <a:pt x="617" y="1441"/>
                      <a:pt x="616" y="1443"/>
                    </a:cubicBezTo>
                    <a:cubicBezTo>
                      <a:pt x="618" y="1441"/>
                      <a:pt x="620" y="1440"/>
                      <a:pt x="621" y="1439"/>
                    </a:cubicBezTo>
                    <a:cubicBezTo>
                      <a:pt x="651" y="1408"/>
                      <a:pt x="680" y="1377"/>
                      <a:pt x="717" y="1355"/>
                    </a:cubicBezTo>
                    <a:cubicBezTo>
                      <a:pt x="756" y="1330"/>
                      <a:pt x="800" y="1318"/>
                      <a:pt x="847" y="1322"/>
                    </a:cubicBezTo>
                    <a:cubicBezTo>
                      <a:pt x="850" y="1322"/>
                      <a:pt x="852" y="1323"/>
                      <a:pt x="858" y="1324"/>
                    </a:cubicBezTo>
                    <a:cubicBezTo>
                      <a:pt x="846" y="1346"/>
                      <a:pt x="836" y="1367"/>
                      <a:pt x="824" y="1387"/>
                    </a:cubicBezTo>
                    <a:cubicBezTo>
                      <a:pt x="803" y="1422"/>
                      <a:pt x="778" y="1454"/>
                      <a:pt x="746" y="1479"/>
                    </a:cubicBezTo>
                    <a:cubicBezTo>
                      <a:pt x="693" y="1520"/>
                      <a:pt x="635" y="1533"/>
                      <a:pt x="571" y="1510"/>
                    </a:cubicBezTo>
                    <a:cubicBezTo>
                      <a:pt x="555" y="1529"/>
                      <a:pt x="541" y="1548"/>
                      <a:pt x="525" y="1567"/>
                    </a:cubicBezTo>
                    <a:cubicBezTo>
                      <a:pt x="510" y="1585"/>
                      <a:pt x="494" y="1602"/>
                      <a:pt x="479" y="1621"/>
                    </a:cubicBezTo>
                    <a:cubicBezTo>
                      <a:pt x="482" y="1619"/>
                      <a:pt x="485" y="1617"/>
                      <a:pt x="489" y="1615"/>
                    </a:cubicBezTo>
                    <a:cubicBezTo>
                      <a:pt x="516" y="1598"/>
                      <a:pt x="543" y="1580"/>
                      <a:pt x="571" y="1565"/>
                    </a:cubicBezTo>
                    <a:cubicBezTo>
                      <a:pt x="610" y="1543"/>
                      <a:pt x="653" y="1530"/>
                      <a:pt x="699" y="1531"/>
                    </a:cubicBezTo>
                    <a:cubicBezTo>
                      <a:pt x="720" y="1532"/>
                      <a:pt x="741" y="1534"/>
                      <a:pt x="762" y="1543"/>
                    </a:cubicBezTo>
                    <a:cubicBezTo>
                      <a:pt x="752" y="1556"/>
                      <a:pt x="743" y="1569"/>
                      <a:pt x="733" y="1580"/>
                    </a:cubicBezTo>
                    <a:cubicBezTo>
                      <a:pt x="699" y="1619"/>
                      <a:pt x="663" y="1654"/>
                      <a:pt x="617" y="1678"/>
                    </a:cubicBezTo>
                    <a:cubicBezTo>
                      <a:pt x="563" y="1706"/>
                      <a:pt x="507" y="1717"/>
                      <a:pt x="448" y="1695"/>
                    </a:cubicBezTo>
                    <a:cubicBezTo>
                      <a:pt x="442" y="1693"/>
                      <a:pt x="437" y="1690"/>
                      <a:pt x="431" y="1687"/>
                    </a:cubicBezTo>
                    <a:cubicBezTo>
                      <a:pt x="426" y="1684"/>
                      <a:pt x="421" y="1681"/>
                      <a:pt x="418" y="1679"/>
                    </a:cubicBezTo>
                    <a:cubicBezTo>
                      <a:pt x="369" y="1714"/>
                      <a:pt x="322" y="1749"/>
                      <a:pt x="277" y="1781"/>
                    </a:cubicBezTo>
                    <a:cubicBezTo>
                      <a:pt x="286" y="1778"/>
                      <a:pt x="300" y="1772"/>
                      <a:pt x="313" y="1768"/>
                    </a:cubicBezTo>
                    <a:cubicBezTo>
                      <a:pt x="353" y="1753"/>
                      <a:pt x="394" y="1740"/>
                      <a:pt x="436" y="1733"/>
                    </a:cubicBezTo>
                    <a:cubicBezTo>
                      <a:pt x="482" y="1726"/>
                      <a:pt x="526" y="1729"/>
                      <a:pt x="569" y="1747"/>
                    </a:cubicBezTo>
                    <a:cubicBezTo>
                      <a:pt x="578" y="1750"/>
                      <a:pt x="585" y="1754"/>
                      <a:pt x="593" y="1758"/>
                    </a:cubicBezTo>
                    <a:cubicBezTo>
                      <a:pt x="595" y="1759"/>
                      <a:pt x="596" y="1760"/>
                      <a:pt x="598" y="1762"/>
                    </a:cubicBezTo>
                    <a:cubicBezTo>
                      <a:pt x="585" y="1772"/>
                      <a:pt x="572" y="1782"/>
                      <a:pt x="559" y="1792"/>
                    </a:cubicBezTo>
                    <a:cubicBezTo>
                      <a:pt x="517" y="1822"/>
                      <a:pt x="472" y="1848"/>
                      <a:pt x="423" y="1865"/>
                    </a:cubicBezTo>
                    <a:cubicBezTo>
                      <a:pt x="374" y="1881"/>
                      <a:pt x="325" y="1887"/>
                      <a:pt x="275" y="1874"/>
                    </a:cubicBezTo>
                    <a:cubicBezTo>
                      <a:pt x="245" y="1866"/>
                      <a:pt x="218" y="1852"/>
                      <a:pt x="197" y="1829"/>
                    </a:cubicBezTo>
                    <a:cubicBezTo>
                      <a:pt x="196" y="1827"/>
                      <a:pt x="194" y="1826"/>
                      <a:pt x="194" y="1826"/>
                    </a:cubicBezTo>
                    <a:cubicBezTo>
                      <a:pt x="159" y="1840"/>
                      <a:pt x="125" y="1855"/>
                      <a:pt x="91" y="1869"/>
                    </a:cubicBezTo>
                    <a:cubicBezTo>
                      <a:pt x="80" y="1874"/>
                      <a:pt x="68" y="1877"/>
                      <a:pt x="57" y="1881"/>
                    </a:cubicBezTo>
                    <a:cubicBezTo>
                      <a:pt x="51" y="1883"/>
                      <a:pt x="46" y="1885"/>
                      <a:pt x="43" y="1878"/>
                    </a:cubicBezTo>
                    <a:cubicBezTo>
                      <a:pt x="40" y="1871"/>
                      <a:pt x="46" y="1869"/>
                      <a:pt x="51" y="1867"/>
                    </a:cubicBezTo>
                    <a:cubicBezTo>
                      <a:pt x="94" y="1849"/>
                      <a:pt x="136" y="1832"/>
                      <a:pt x="178" y="1815"/>
                    </a:cubicBezTo>
                    <a:cubicBezTo>
                      <a:pt x="183" y="1813"/>
                      <a:pt x="185" y="1811"/>
                      <a:pt x="184" y="1805"/>
                    </a:cubicBezTo>
                    <a:cubicBezTo>
                      <a:pt x="170" y="1749"/>
                      <a:pt x="179" y="1696"/>
                      <a:pt x="207" y="1646"/>
                    </a:cubicBezTo>
                    <a:cubicBezTo>
                      <a:pt x="235" y="1595"/>
                      <a:pt x="270" y="1550"/>
                      <a:pt x="309" y="1508"/>
                    </a:cubicBezTo>
                    <a:cubicBezTo>
                      <a:pt x="310" y="1507"/>
                      <a:pt x="311" y="1507"/>
                      <a:pt x="312" y="1506"/>
                    </a:cubicBezTo>
                    <a:cubicBezTo>
                      <a:pt x="342" y="1541"/>
                      <a:pt x="358" y="1580"/>
                      <a:pt x="352" y="1627"/>
                    </a:cubicBezTo>
                    <a:cubicBezTo>
                      <a:pt x="347" y="1671"/>
                      <a:pt x="324" y="1706"/>
                      <a:pt x="295" y="1737"/>
                    </a:cubicBezTo>
                    <a:cubicBezTo>
                      <a:pt x="287" y="1746"/>
                      <a:pt x="278" y="1755"/>
                      <a:pt x="270" y="1764"/>
                    </a:cubicBezTo>
                    <a:cubicBezTo>
                      <a:pt x="317" y="1736"/>
                      <a:pt x="362" y="1703"/>
                      <a:pt x="402" y="1668"/>
                    </a:cubicBezTo>
                    <a:cubicBezTo>
                      <a:pt x="394" y="1646"/>
                      <a:pt x="385" y="1625"/>
                      <a:pt x="379" y="1604"/>
                    </a:cubicBezTo>
                    <a:cubicBezTo>
                      <a:pt x="369" y="1568"/>
                      <a:pt x="372" y="1531"/>
                      <a:pt x="382" y="1495"/>
                    </a:cubicBezTo>
                    <a:cubicBezTo>
                      <a:pt x="394" y="1450"/>
                      <a:pt x="412" y="1408"/>
                      <a:pt x="434" y="1368"/>
                    </a:cubicBezTo>
                    <a:cubicBezTo>
                      <a:pt x="435" y="1367"/>
                      <a:pt x="435" y="1366"/>
                      <a:pt x="436" y="1364"/>
                    </a:cubicBezTo>
                    <a:cubicBezTo>
                      <a:pt x="475" y="1391"/>
                      <a:pt x="500" y="1427"/>
                      <a:pt x="505" y="1474"/>
                    </a:cubicBezTo>
                    <a:cubicBezTo>
                      <a:pt x="510" y="1517"/>
                      <a:pt x="496" y="1555"/>
                      <a:pt x="475" y="1591"/>
                    </a:cubicBezTo>
                    <a:cubicBezTo>
                      <a:pt x="472" y="1596"/>
                      <a:pt x="469" y="1601"/>
                      <a:pt x="466" y="1606"/>
                    </a:cubicBezTo>
                    <a:cubicBezTo>
                      <a:pt x="467" y="1607"/>
                      <a:pt x="468" y="1608"/>
                      <a:pt x="469" y="1608"/>
                    </a:cubicBezTo>
                    <a:cubicBezTo>
                      <a:pt x="498" y="1573"/>
                      <a:pt x="527" y="1538"/>
                      <a:pt x="557" y="1503"/>
                    </a:cubicBezTo>
                    <a:cubicBezTo>
                      <a:pt x="549" y="1493"/>
                      <a:pt x="541" y="1485"/>
                      <a:pt x="535" y="1476"/>
                    </a:cubicBezTo>
                    <a:cubicBezTo>
                      <a:pt x="510" y="1443"/>
                      <a:pt x="496" y="1405"/>
                      <a:pt x="495" y="1364"/>
                    </a:cubicBezTo>
                    <a:cubicBezTo>
                      <a:pt x="493" y="1314"/>
                      <a:pt x="502" y="1266"/>
                      <a:pt x="516" y="1218"/>
                    </a:cubicBezTo>
                    <a:cubicBezTo>
                      <a:pt x="516" y="1218"/>
                      <a:pt x="516" y="1217"/>
                      <a:pt x="517" y="1216"/>
                    </a:cubicBezTo>
                    <a:cubicBezTo>
                      <a:pt x="558" y="1236"/>
                      <a:pt x="591" y="1263"/>
                      <a:pt x="606" y="1307"/>
                    </a:cubicBezTo>
                    <a:cubicBezTo>
                      <a:pt x="620" y="1351"/>
                      <a:pt x="613" y="1393"/>
                      <a:pt x="599" y="1435"/>
                    </a:cubicBezTo>
                    <a:cubicBezTo>
                      <a:pt x="600" y="1436"/>
                      <a:pt x="601" y="1436"/>
                      <a:pt x="602" y="1436"/>
                    </a:cubicBezTo>
                    <a:cubicBezTo>
                      <a:pt x="622" y="1397"/>
                      <a:pt x="642" y="1357"/>
                      <a:pt x="661" y="1318"/>
                    </a:cubicBezTo>
                    <a:cubicBezTo>
                      <a:pt x="646" y="1306"/>
                      <a:pt x="633" y="1295"/>
                      <a:pt x="620" y="1283"/>
                    </a:cubicBezTo>
                    <a:cubicBezTo>
                      <a:pt x="603" y="1265"/>
                      <a:pt x="591" y="1244"/>
                      <a:pt x="581" y="1221"/>
                    </a:cubicBezTo>
                    <a:cubicBezTo>
                      <a:pt x="561" y="1175"/>
                      <a:pt x="561" y="1127"/>
                      <a:pt x="561" y="1079"/>
                    </a:cubicBezTo>
                    <a:cubicBezTo>
                      <a:pt x="561" y="1073"/>
                      <a:pt x="562" y="1066"/>
                      <a:pt x="563" y="1059"/>
                    </a:cubicBezTo>
                    <a:cubicBezTo>
                      <a:pt x="606" y="1068"/>
                      <a:pt x="641" y="1090"/>
                      <a:pt x="664" y="1127"/>
                    </a:cubicBezTo>
                    <a:cubicBezTo>
                      <a:pt x="687" y="1165"/>
                      <a:pt x="688" y="1207"/>
                      <a:pt x="686" y="1249"/>
                    </a:cubicBezTo>
                    <a:cubicBezTo>
                      <a:pt x="692" y="1229"/>
                      <a:pt x="698" y="1208"/>
                      <a:pt x="703" y="1188"/>
                    </a:cubicBezTo>
                    <a:cubicBezTo>
                      <a:pt x="708" y="1169"/>
                      <a:pt x="711" y="1150"/>
                      <a:pt x="715" y="1131"/>
                    </a:cubicBezTo>
                    <a:cubicBezTo>
                      <a:pt x="716" y="1127"/>
                      <a:pt x="716" y="1124"/>
                      <a:pt x="712" y="1123"/>
                    </a:cubicBezTo>
                    <a:cubicBezTo>
                      <a:pt x="654" y="1099"/>
                      <a:pt x="618" y="1056"/>
                      <a:pt x="599" y="997"/>
                    </a:cubicBezTo>
                    <a:cubicBezTo>
                      <a:pt x="589" y="967"/>
                      <a:pt x="582" y="936"/>
                      <a:pt x="578" y="903"/>
                    </a:cubicBezTo>
                    <a:cubicBezTo>
                      <a:pt x="619" y="904"/>
                      <a:pt x="654" y="918"/>
                      <a:pt x="682" y="948"/>
                    </a:cubicBezTo>
                    <a:cubicBezTo>
                      <a:pt x="710" y="978"/>
                      <a:pt x="720" y="1015"/>
                      <a:pt x="726" y="1054"/>
                    </a:cubicBezTo>
                    <a:cubicBezTo>
                      <a:pt x="731" y="1018"/>
                      <a:pt x="732" y="982"/>
                      <a:pt x="731" y="946"/>
                    </a:cubicBezTo>
                    <a:cubicBezTo>
                      <a:pt x="716" y="940"/>
                      <a:pt x="701" y="936"/>
                      <a:pt x="687" y="930"/>
                    </a:cubicBezTo>
                    <a:cubicBezTo>
                      <a:pt x="648" y="912"/>
                      <a:pt x="621" y="882"/>
                      <a:pt x="601" y="845"/>
                    </a:cubicBezTo>
                    <a:cubicBezTo>
                      <a:pt x="588" y="820"/>
                      <a:pt x="578" y="794"/>
                      <a:pt x="566" y="769"/>
                    </a:cubicBezTo>
                    <a:cubicBezTo>
                      <a:pt x="565" y="766"/>
                      <a:pt x="564" y="763"/>
                      <a:pt x="563" y="759"/>
                    </a:cubicBezTo>
                    <a:cubicBezTo>
                      <a:pt x="602" y="754"/>
                      <a:pt x="637" y="762"/>
                      <a:pt x="667" y="784"/>
                    </a:cubicBezTo>
                    <a:cubicBezTo>
                      <a:pt x="698" y="807"/>
                      <a:pt x="715" y="839"/>
                      <a:pt x="727" y="874"/>
                    </a:cubicBezTo>
                    <a:cubicBezTo>
                      <a:pt x="727" y="874"/>
                      <a:pt x="728" y="874"/>
                      <a:pt x="729" y="873"/>
                    </a:cubicBezTo>
                    <a:cubicBezTo>
                      <a:pt x="724" y="839"/>
                      <a:pt x="719" y="805"/>
                      <a:pt x="715" y="772"/>
                    </a:cubicBezTo>
                    <a:cubicBezTo>
                      <a:pt x="702" y="770"/>
                      <a:pt x="690" y="769"/>
                      <a:pt x="679" y="766"/>
                    </a:cubicBezTo>
                    <a:cubicBezTo>
                      <a:pt x="644" y="759"/>
                      <a:pt x="616" y="741"/>
                      <a:pt x="591" y="716"/>
                    </a:cubicBezTo>
                    <a:cubicBezTo>
                      <a:pt x="566" y="690"/>
                      <a:pt x="546" y="660"/>
                      <a:pt x="529" y="628"/>
                    </a:cubicBezTo>
                    <a:cubicBezTo>
                      <a:pt x="528" y="627"/>
                      <a:pt x="528" y="625"/>
                      <a:pt x="526" y="622"/>
                    </a:cubicBezTo>
                    <a:cubicBezTo>
                      <a:pt x="561" y="613"/>
                      <a:pt x="594" y="615"/>
                      <a:pt x="626" y="631"/>
                    </a:cubicBezTo>
                    <a:cubicBezTo>
                      <a:pt x="659" y="647"/>
                      <a:pt x="679" y="674"/>
                      <a:pt x="698" y="704"/>
                    </a:cubicBezTo>
                    <a:cubicBezTo>
                      <a:pt x="694" y="691"/>
                      <a:pt x="690" y="678"/>
                      <a:pt x="686" y="666"/>
                    </a:cubicBezTo>
                    <a:cubicBezTo>
                      <a:pt x="681" y="650"/>
                      <a:pt x="675" y="634"/>
                      <a:pt x="669" y="618"/>
                    </a:cubicBezTo>
                    <a:cubicBezTo>
                      <a:pt x="668" y="616"/>
                      <a:pt x="665" y="613"/>
                      <a:pt x="663" y="613"/>
                    </a:cubicBezTo>
                    <a:cubicBezTo>
                      <a:pt x="600" y="619"/>
                      <a:pt x="552" y="593"/>
                      <a:pt x="511" y="549"/>
                    </a:cubicBezTo>
                    <a:cubicBezTo>
                      <a:pt x="497" y="534"/>
                      <a:pt x="483" y="517"/>
                      <a:pt x="469" y="501"/>
                    </a:cubicBezTo>
                    <a:cubicBezTo>
                      <a:pt x="500" y="487"/>
                      <a:pt x="531" y="485"/>
                      <a:pt x="562" y="494"/>
                    </a:cubicBezTo>
                    <a:cubicBezTo>
                      <a:pt x="594" y="504"/>
                      <a:pt x="617" y="524"/>
                      <a:pt x="639" y="547"/>
                    </a:cubicBezTo>
                    <a:cubicBezTo>
                      <a:pt x="633" y="536"/>
                      <a:pt x="628" y="525"/>
                      <a:pt x="621" y="513"/>
                    </a:cubicBezTo>
                    <a:cubicBezTo>
                      <a:pt x="615" y="501"/>
                      <a:pt x="607" y="488"/>
                      <a:pt x="600" y="475"/>
                    </a:cubicBezTo>
                    <a:cubicBezTo>
                      <a:pt x="598" y="473"/>
                      <a:pt x="594" y="471"/>
                      <a:pt x="592" y="471"/>
                    </a:cubicBezTo>
                    <a:cubicBezTo>
                      <a:pt x="545" y="482"/>
                      <a:pt x="503" y="473"/>
                      <a:pt x="464" y="446"/>
                    </a:cubicBezTo>
                    <a:cubicBezTo>
                      <a:pt x="441" y="430"/>
                      <a:pt x="421" y="412"/>
                      <a:pt x="399" y="394"/>
                    </a:cubicBezTo>
                    <a:cubicBezTo>
                      <a:pt x="398" y="394"/>
                      <a:pt x="398" y="392"/>
                      <a:pt x="397" y="391"/>
                    </a:cubicBezTo>
                    <a:cubicBezTo>
                      <a:pt x="429" y="369"/>
                      <a:pt x="490" y="356"/>
                      <a:pt x="556" y="410"/>
                    </a:cubicBezTo>
                    <a:cubicBezTo>
                      <a:pt x="548" y="400"/>
                      <a:pt x="541" y="390"/>
                      <a:pt x="534" y="380"/>
                    </a:cubicBezTo>
                    <a:cubicBezTo>
                      <a:pt x="526" y="370"/>
                      <a:pt x="518" y="361"/>
                      <a:pt x="510" y="351"/>
                    </a:cubicBezTo>
                    <a:cubicBezTo>
                      <a:pt x="490" y="359"/>
                      <a:pt x="470" y="363"/>
                      <a:pt x="448" y="362"/>
                    </a:cubicBezTo>
                    <a:cubicBezTo>
                      <a:pt x="417" y="360"/>
                      <a:pt x="389" y="347"/>
                      <a:pt x="361" y="332"/>
                    </a:cubicBezTo>
                    <a:cubicBezTo>
                      <a:pt x="345" y="323"/>
                      <a:pt x="330" y="312"/>
                      <a:pt x="312" y="301"/>
                    </a:cubicBezTo>
                    <a:cubicBezTo>
                      <a:pt x="335" y="283"/>
                      <a:pt x="359" y="275"/>
                      <a:pt x="387" y="275"/>
                    </a:cubicBezTo>
                    <a:cubicBezTo>
                      <a:pt x="414" y="275"/>
                      <a:pt x="438" y="285"/>
                      <a:pt x="462" y="297"/>
                    </a:cubicBezTo>
                    <a:cubicBezTo>
                      <a:pt x="456" y="291"/>
                      <a:pt x="449" y="285"/>
                      <a:pt x="443" y="279"/>
                    </a:cubicBezTo>
                    <a:cubicBezTo>
                      <a:pt x="436" y="272"/>
                      <a:pt x="429" y="267"/>
                      <a:pt x="423" y="260"/>
                    </a:cubicBezTo>
                    <a:cubicBezTo>
                      <a:pt x="417" y="253"/>
                      <a:pt x="412" y="252"/>
                      <a:pt x="402" y="256"/>
                    </a:cubicBezTo>
                    <a:cubicBezTo>
                      <a:pt x="376" y="269"/>
                      <a:pt x="348" y="271"/>
                      <a:pt x="320" y="265"/>
                    </a:cubicBezTo>
                    <a:cubicBezTo>
                      <a:pt x="286" y="257"/>
                      <a:pt x="254" y="243"/>
                      <a:pt x="222" y="225"/>
                    </a:cubicBezTo>
                    <a:cubicBezTo>
                      <a:pt x="264" y="185"/>
                      <a:pt x="310" y="188"/>
                      <a:pt x="360" y="206"/>
                    </a:cubicBezTo>
                    <a:cubicBezTo>
                      <a:pt x="344" y="195"/>
                      <a:pt x="328" y="183"/>
                      <a:pt x="312" y="172"/>
                    </a:cubicBezTo>
                    <a:cubicBezTo>
                      <a:pt x="311" y="171"/>
                      <a:pt x="308" y="171"/>
                      <a:pt x="306" y="172"/>
                    </a:cubicBezTo>
                    <a:cubicBezTo>
                      <a:pt x="272" y="196"/>
                      <a:pt x="235" y="196"/>
                      <a:pt x="197" y="187"/>
                    </a:cubicBezTo>
                    <a:cubicBezTo>
                      <a:pt x="174" y="181"/>
                      <a:pt x="151" y="173"/>
                      <a:pt x="127" y="166"/>
                    </a:cubicBezTo>
                    <a:cubicBezTo>
                      <a:pt x="142" y="145"/>
                      <a:pt x="161" y="134"/>
                      <a:pt x="184" y="130"/>
                    </a:cubicBezTo>
                    <a:cubicBezTo>
                      <a:pt x="207" y="126"/>
                      <a:pt x="230" y="129"/>
                      <a:pt x="252" y="134"/>
                    </a:cubicBezTo>
                    <a:cubicBezTo>
                      <a:pt x="230" y="121"/>
                      <a:pt x="208" y="108"/>
                      <a:pt x="180" y="104"/>
                    </a:cubicBezTo>
                    <a:cubicBezTo>
                      <a:pt x="113" y="94"/>
                      <a:pt x="56" y="63"/>
                      <a:pt x="3" y="21"/>
                    </a:cubicBezTo>
                    <a:cubicBezTo>
                      <a:pt x="2" y="21"/>
                      <a:pt x="2" y="20"/>
                      <a:pt x="0" y="17"/>
                    </a:cubicBezTo>
                    <a:cubicBezTo>
                      <a:pt x="16" y="17"/>
                      <a:pt x="30" y="16"/>
                      <a:pt x="44" y="17"/>
                    </a:cubicBezTo>
                    <a:cubicBezTo>
                      <a:pt x="106" y="20"/>
                      <a:pt x="161" y="39"/>
                      <a:pt x="204" y="84"/>
                    </a:cubicBezTo>
                    <a:cubicBezTo>
                      <a:pt x="222" y="102"/>
                      <a:pt x="246" y="109"/>
                      <a:pt x="265" y="123"/>
                    </a:cubicBezTo>
                    <a:cubicBezTo>
                      <a:pt x="255" y="110"/>
                      <a:pt x="244" y="98"/>
                      <a:pt x="235" y="86"/>
                    </a:cubicBezTo>
                    <a:cubicBezTo>
                      <a:pt x="215" y="60"/>
                      <a:pt x="208" y="32"/>
                      <a:pt x="216" y="0"/>
                    </a:cubicBezTo>
                    <a:cubicBezTo>
                      <a:pt x="217" y="0"/>
                      <a:pt x="217" y="0"/>
                      <a:pt x="218" y="0"/>
                    </a:cubicBezTo>
                    <a:cubicBezTo>
                      <a:pt x="221" y="2"/>
                      <a:pt x="225" y="4"/>
                      <a:pt x="229" y="7"/>
                    </a:cubicBezTo>
                    <a:cubicBezTo>
                      <a:pt x="255" y="22"/>
                      <a:pt x="280" y="40"/>
                      <a:pt x="300" y="63"/>
                    </a:cubicBezTo>
                    <a:cubicBezTo>
                      <a:pt x="319" y="85"/>
                      <a:pt x="332" y="110"/>
                      <a:pt x="325" y="138"/>
                    </a:cubicBezTo>
                    <a:cubicBezTo>
                      <a:pt x="320" y="155"/>
                      <a:pt x="325" y="163"/>
                      <a:pt x="338" y="171"/>
                    </a:cubicBezTo>
                    <a:cubicBezTo>
                      <a:pt x="352" y="180"/>
                      <a:pt x="365" y="191"/>
                      <a:pt x="379" y="201"/>
                    </a:cubicBezTo>
                    <a:cubicBezTo>
                      <a:pt x="347" y="158"/>
                      <a:pt x="319" y="115"/>
                      <a:pt x="341" y="59"/>
                    </a:cubicBezTo>
                    <a:cubicBezTo>
                      <a:pt x="343" y="59"/>
                      <a:pt x="344" y="59"/>
                      <a:pt x="345" y="60"/>
                    </a:cubicBezTo>
                    <a:cubicBezTo>
                      <a:pt x="375" y="81"/>
                      <a:pt x="403" y="106"/>
                      <a:pt x="423" y="138"/>
                    </a:cubicBezTo>
                    <a:cubicBezTo>
                      <a:pt x="436" y="160"/>
                      <a:pt x="443" y="184"/>
                      <a:pt x="437" y="209"/>
                    </a:cubicBezTo>
                    <a:cubicBezTo>
                      <a:pt x="435" y="220"/>
                      <a:pt x="430" y="230"/>
                      <a:pt x="428" y="238"/>
                    </a:cubicBezTo>
                    <a:cubicBezTo>
                      <a:pt x="447" y="258"/>
                      <a:pt x="465" y="278"/>
                      <a:pt x="483" y="297"/>
                    </a:cubicBezTo>
                    <a:cubicBezTo>
                      <a:pt x="480" y="288"/>
                      <a:pt x="476" y="280"/>
                      <a:pt x="472" y="272"/>
                    </a:cubicBezTo>
                    <a:cubicBezTo>
                      <a:pt x="457" y="243"/>
                      <a:pt x="446" y="214"/>
                      <a:pt x="451" y="180"/>
                    </a:cubicBezTo>
                    <a:cubicBezTo>
                      <a:pt x="453" y="165"/>
                      <a:pt x="458" y="150"/>
                      <a:pt x="467" y="137"/>
                    </a:cubicBezTo>
                    <a:cubicBezTo>
                      <a:pt x="470" y="139"/>
                      <a:pt x="472" y="141"/>
                      <a:pt x="475" y="143"/>
                    </a:cubicBezTo>
                    <a:cubicBezTo>
                      <a:pt x="498" y="166"/>
                      <a:pt x="519" y="191"/>
                      <a:pt x="534" y="221"/>
                    </a:cubicBezTo>
                    <a:cubicBezTo>
                      <a:pt x="546" y="246"/>
                      <a:pt x="553" y="272"/>
                      <a:pt x="545" y="300"/>
                    </a:cubicBezTo>
                    <a:cubicBezTo>
                      <a:pt x="541" y="315"/>
                      <a:pt x="533" y="329"/>
                      <a:pt x="526" y="344"/>
                    </a:cubicBezTo>
                    <a:cubicBezTo>
                      <a:pt x="542" y="365"/>
                      <a:pt x="560" y="389"/>
                      <a:pt x="578" y="412"/>
                    </a:cubicBezTo>
                    <a:cubicBezTo>
                      <a:pt x="577" y="406"/>
                      <a:pt x="575" y="402"/>
                      <a:pt x="573" y="398"/>
                    </a:cubicBezTo>
                    <a:cubicBezTo>
                      <a:pt x="569" y="385"/>
                      <a:pt x="565" y="372"/>
                      <a:pt x="561" y="359"/>
                    </a:cubicBezTo>
                    <a:cubicBezTo>
                      <a:pt x="554" y="329"/>
                      <a:pt x="554" y="299"/>
                      <a:pt x="565" y="270"/>
                    </a:cubicBezTo>
                    <a:cubicBezTo>
                      <a:pt x="570" y="258"/>
                      <a:pt x="578" y="247"/>
                      <a:pt x="588" y="238"/>
                    </a:cubicBezTo>
                    <a:cubicBezTo>
                      <a:pt x="616" y="272"/>
                      <a:pt x="638" y="309"/>
                      <a:pt x="648" y="352"/>
                    </a:cubicBezTo>
                    <a:cubicBezTo>
                      <a:pt x="654" y="380"/>
                      <a:pt x="651" y="408"/>
                      <a:pt x="636" y="433"/>
                    </a:cubicBezTo>
                    <a:cubicBezTo>
                      <a:pt x="630" y="444"/>
                      <a:pt x="621" y="454"/>
                      <a:pt x="613" y="464"/>
                    </a:cubicBezTo>
                    <a:cubicBezTo>
                      <a:pt x="627" y="491"/>
                      <a:pt x="643" y="519"/>
                      <a:pt x="659" y="549"/>
                    </a:cubicBezTo>
                    <a:cubicBezTo>
                      <a:pt x="657" y="539"/>
                      <a:pt x="655" y="531"/>
                      <a:pt x="654" y="522"/>
                    </a:cubicBezTo>
                    <a:cubicBezTo>
                      <a:pt x="650" y="493"/>
                      <a:pt x="647" y="464"/>
                      <a:pt x="655" y="435"/>
                    </a:cubicBezTo>
                    <a:cubicBezTo>
                      <a:pt x="663" y="408"/>
                      <a:pt x="676" y="385"/>
                      <a:pt x="699" y="366"/>
                    </a:cubicBezTo>
                    <a:cubicBezTo>
                      <a:pt x="701" y="370"/>
                      <a:pt x="703" y="372"/>
                      <a:pt x="704" y="375"/>
                    </a:cubicBezTo>
                    <a:cubicBezTo>
                      <a:pt x="712" y="393"/>
                      <a:pt x="721" y="411"/>
                      <a:pt x="727" y="429"/>
                    </a:cubicBezTo>
                    <a:cubicBezTo>
                      <a:pt x="737" y="456"/>
                      <a:pt x="743" y="484"/>
                      <a:pt x="741" y="514"/>
                    </a:cubicBezTo>
                    <a:cubicBezTo>
                      <a:pt x="737" y="554"/>
                      <a:pt x="718" y="585"/>
                      <a:pt x="683" y="607"/>
                    </a:cubicBezTo>
                    <a:cubicBezTo>
                      <a:pt x="694" y="639"/>
                      <a:pt x="705" y="671"/>
                      <a:pt x="716" y="705"/>
                    </a:cubicBezTo>
                    <a:cubicBezTo>
                      <a:pt x="713" y="630"/>
                      <a:pt x="721" y="562"/>
                      <a:pt x="790" y="517"/>
                    </a:cubicBezTo>
                    <a:cubicBezTo>
                      <a:pt x="791" y="519"/>
                      <a:pt x="792" y="521"/>
                      <a:pt x="793" y="522"/>
                    </a:cubicBezTo>
                    <a:cubicBezTo>
                      <a:pt x="806" y="558"/>
                      <a:pt x="813" y="595"/>
                      <a:pt x="813" y="633"/>
                    </a:cubicBezTo>
                    <a:cubicBezTo>
                      <a:pt x="814" y="673"/>
                      <a:pt x="804" y="710"/>
                      <a:pt x="774" y="739"/>
                    </a:cubicBezTo>
                    <a:cubicBezTo>
                      <a:pt x="761" y="751"/>
                      <a:pt x="746" y="759"/>
                      <a:pt x="731" y="770"/>
                    </a:cubicBezTo>
                    <a:cubicBezTo>
                      <a:pt x="736" y="803"/>
                      <a:pt x="741" y="839"/>
                      <a:pt x="745" y="872"/>
                    </a:cubicBezTo>
                    <a:cubicBezTo>
                      <a:pt x="750" y="853"/>
                      <a:pt x="754" y="831"/>
                      <a:pt x="760" y="810"/>
                    </a:cubicBezTo>
                    <a:cubicBezTo>
                      <a:pt x="772" y="763"/>
                      <a:pt x="798" y="726"/>
                      <a:pt x="840" y="701"/>
                    </a:cubicBezTo>
                    <a:cubicBezTo>
                      <a:pt x="846" y="697"/>
                      <a:pt x="852" y="695"/>
                      <a:pt x="859" y="692"/>
                    </a:cubicBezTo>
                    <a:cubicBezTo>
                      <a:pt x="860" y="694"/>
                      <a:pt x="861" y="696"/>
                      <a:pt x="861" y="698"/>
                    </a:cubicBezTo>
                    <a:cubicBezTo>
                      <a:pt x="868" y="740"/>
                      <a:pt x="869" y="782"/>
                      <a:pt x="861" y="823"/>
                    </a:cubicBezTo>
                    <a:cubicBezTo>
                      <a:pt x="852" y="866"/>
                      <a:pt x="833" y="902"/>
                      <a:pt x="796" y="925"/>
                    </a:cubicBezTo>
                    <a:cubicBezTo>
                      <a:pt x="781" y="934"/>
                      <a:pt x="765" y="939"/>
                      <a:pt x="749" y="946"/>
                    </a:cubicBezTo>
                    <a:cubicBezTo>
                      <a:pt x="747" y="982"/>
                      <a:pt x="746" y="1019"/>
                      <a:pt x="744" y="1057"/>
                    </a:cubicBezTo>
                    <a:cubicBezTo>
                      <a:pt x="745" y="1054"/>
                      <a:pt x="746" y="1052"/>
                      <a:pt x="746" y="1050"/>
                    </a:cubicBezTo>
                    <a:cubicBezTo>
                      <a:pt x="755" y="1030"/>
                      <a:pt x="762" y="1010"/>
                      <a:pt x="771" y="990"/>
                    </a:cubicBezTo>
                    <a:cubicBezTo>
                      <a:pt x="789" y="953"/>
                      <a:pt x="814" y="923"/>
                      <a:pt x="849" y="902"/>
                    </a:cubicBezTo>
                    <a:cubicBezTo>
                      <a:pt x="864" y="893"/>
                      <a:pt x="880" y="886"/>
                      <a:pt x="898" y="883"/>
                    </a:cubicBezTo>
                    <a:cubicBezTo>
                      <a:pt x="898" y="885"/>
                      <a:pt x="898" y="886"/>
                      <a:pt x="898" y="887"/>
                    </a:cubicBezTo>
                    <a:cubicBezTo>
                      <a:pt x="898" y="935"/>
                      <a:pt x="891" y="983"/>
                      <a:pt x="872" y="1027"/>
                    </a:cubicBezTo>
                    <a:cubicBezTo>
                      <a:pt x="846" y="1086"/>
                      <a:pt x="804" y="1122"/>
                      <a:pt x="738" y="1127"/>
                    </a:cubicBezTo>
                    <a:cubicBezTo>
                      <a:pt x="732" y="1127"/>
                      <a:pt x="732" y="1131"/>
                      <a:pt x="731" y="1135"/>
                    </a:cubicBezTo>
                    <a:cubicBezTo>
                      <a:pt x="723" y="1170"/>
                      <a:pt x="714" y="1204"/>
                      <a:pt x="706" y="1238"/>
                    </a:cubicBezTo>
                    <a:cubicBezTo>
                      <a:pt x="705" y="1241"/>
                      <a:pt x="704" y="1244"/>
                      <a:pt x="704" y="1247"/>
                    </a:cubicBezTo>
                    <a:cubicBezTo>
                      <a:pt x="708" y="1244"/>
                      <a:pt x="710" y="1240"/>
                      <a:pt x="712" y="1236"/>
                    </a:cubicBezTo>
                    <a:cubicBezTo>
                      <a:pt x="734" y="1201"/>
                      <a:pt x="757" y="1167"/>
                      <a:pt x="789" y="1141"/>
                    </a:cubicBezTo>
                    <a:cubicBezTo>
                      <a:pt x="822" y="1116"/>
                      <a:pt x="858" y="1100"/>
                      <a:pt x="900" y="1099"/>
                    </a:cubicBezTo>
                    <a:cubicBezTo>
                      <a:pt x="900" y="1101"/>
                      <a:pt x="900" y="1104"/>
                      <a:pt x="900" y="1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Freeform 1267"/>
              <p:cNvSpPr/>
              <p:nvPr/>
            </p:nvSpPr>
            <p:spPr bwMode="auto">
              <a:xfrm>
                <a:off x="778431" y="2285369"/>
                <a:ext cx="474348" cy="977295"/>
              </a:xfrm>
              <a:custGeom>
                <a:avLst/>
                <a:gdLst>
                  <a:gd name="T0" fmla="*/ 165 w 918"/>
                  <a:gd name="T1" fmla="*/ 1085 h 1891"/>
                  <a:gd name="T2" fmla="*/ 26 w 918"/>
                  <a:gd name="T3" fmla="*/ 731 h 1891"/>
                  <a:gd name="T4" fmla="*/ 152 w 918"/>
                  <a:gd name="T5" fmla="*/ 898 h 1891"/>
                  <a:gd name="T6" fmla="*/ 82 w 918"/>
                  <a:gd name="T7" fmla="*/ 555 h 1891"/>
                  <a:gd name="T8" fmla="*/ 164 w 918"/>
                  <a:gd name="T9" fmla="*/ 607 h 1891"/>
                  <a:gd name="T10" fmla="*/ 218 w 918"/>
                  <a:gd name="T11" fmla="*/ 572 h 1891"/>
                  <a:gd name="T12" fmla="*/ 268 w 918"/>
                  <a:gd name="T13" fmla="*/ 258 h 1891"/>
                  <a:gd name="T14" fmla="*/ 337 w 918"/>
                  <a:gd name="T15" fmla="*/ 359 h 1891"/>
                  <a:gd name="T16" fmla="*/ 400 w 918"/>
                  <a:gd name="T17" fmla="*/ 195 h 1891"/>
                  <a:gd name="T18" fmla="*/ 414 w 918"/>
                  <a:gd name="T19" fmla="*/ 218 h 1891"/>
                  <a:gd name="T20" fmla="*/ 473 w 918"/>
                  <a:gd name="T21" fmla="*/ 209 h 1891"/>
                  <a:gd name="T22" fmla="*/ 534 w 918"/>
                  <a:gd name="T23" fmla="*/ 80 h 1891"/>
                  <a:gd name="T24" fmla="*/ 634 w 918"/>
                  <a:gd name="T25" fmla="*/ 88 h 1891"/>
                  <a:gd name="T26" fmla="*/ 643 w 918"/>
                  <a:gd name="T27" fmla="*/ 107 h 1891"/>
                  <a:gd name="T28" fmla="*/ 688 w 918"/>
                  <a:gd name="T29" fmla="*/ 173 h 1891"/>
                  <a:gd name="T30" fmla="*/ 494 w 918"/>
                  <a:gd name="T31" fmla="*/ 214 h 1891"/>
                  <a:gd name="T32" fmla="*/ 447 w 918"/>
                  <a:gd name="T33" fmla="*/ 264 h 1891"/>
                  <a:gd name="T34" fmla="*/ 545 w 918"/>
                  <a:gd name="T35" fmla="*/ 305 h 1891"/>
                  <a:gd name="T36" fmla="*/ 347 w 918"/>
                  <a:gd name="T37" fmla="*/ 373 h 1891"/>
                  <a:gd name="T38" fmla="*/ 405 w 918"/>
                  <a:gd name="T39" fmla="*/ 459 h 1891"/>
                  <a:gd name="T40" fmla="*/ 237 w 918"/>
                  <a:gd name="T41" fmla="*/ 570 h 1891"/>
                  <a:gd name="T42" fmla="*/ 327 w 918"/>
                  <a:gd name="T43" fmla="*/ 601 h 1891"/>
                  <a:gd name="T44" fmla="*/ 190 w 918"/>
                  <a:gd name="T45" fmla="*/ 730 h 1891"/>
                  <a:gd name="T46" fmla="*/ 274 w 918"/>
                  <a:gd name="T47" fmla="*/ 758 h 1891"/>
                  <a:gd name="T48" fmla="*/ 187 w 918"/>
                  <a:gd name="T49" fmla="*/ 858 h 1891"/>
                  <a:gd name="T50" fmla="*/ 318 w 918"/>
                  <a:gd name="T51" fmla="*/ 805 h 1891"/>
                  <a:gd name="T52" fmla="*/ 181 w 918"/>
                  <a:gd name="T53" fmla="*/ 1083 h 1891"/>
                  <a:gd name="T54" fmla="*/ 321 w 918"/>
                  <a:gd name="T55" fmla="*/ 922 h 1891"/>
                  <a:gd name="T56" fmla="*/ 199 w 918"/>
                  <a:gd name="T57" fmla="*/ 1160 h 1891"/>
                  <a:gd name="T58" fmla="*/ 342 w 918"/>
                  <a:gd name="T59" fmla="*/ 1078 h 1891"/>
                  <a:gd name="T60" fmla="*/ 271 w 918"/>
                  <a:gd name="T61" fmla="*/ 1334 h 1891"/>
                  <a:gd name="T62" fmla="*/ 390 w 918"/>
                  <a:gd name="T63" fmla="*/ 1237 h 1891"/>
                  <a:gd name="T64" fmla="*/ 384 w 918"/>
                  <a:gd name="T65" fmla="*/ 1513 h 1891"/>
                  <a:gd name="T66" fmla="*/ 430 w 918"/>
                  <a:gd name="T67" fmla="*/ 1513 h 1891"/>
                  <a:gd name="T68" fmla="*/ 541 w 918"/>
                  <a:gd name="T69" fmla="*/ 1674 h 1891"/>
                  <a:gd name="T70" fmla="*/ 624 w 918"/>
                  <a:gd name="T71" fmla="*/ 1508 h 1891"/>
                  <a:gd name="T72" fmla="*/ 776 w 918"/>
                  <a:gd name="T73" fmla="*/ 1808 h 1891"/>
                  <a:gd name="T74" fmla="*/ 903 w 918"/>
                  <a:gd name="T75" fmla="*/ 1868 h 1891"/>
                  <a:gd name="T76" fmla="*/ 654 w 918"/>
                  <a:gd name="T77" fmla="*/ 1881 h 1891"/>
                  <a:gd name="T78" fmla="*/ 397 w 918"/>
                  <a:gd name="T79" fmla="*/ 1758 h 1891"/>
                  <a:gd name="T80" fmla="*/ 538 w 918"/>
                  <a:gd name="T81" fmla="*/ 1691 h 1891"/>
                  <a:gd name="T82" fmla="*/ 185 w 918"/>
                  <a:gd name="T83" fmla="*/ 1581 h 1891"/>
                  <a:gd name="T84" fmla="*/ 460 w 918"/>
                  <a:gd name="T85" fmla="*/ 1631 h 1891"/>
                  <a:gd name="T86" fmla="*/ 361 w 918"/>
                  <a:gd name="T87" fmla="*/ 1529 h 1891"/>
                  <a:gd name="T88" fmla="*/ 70 w 918"/>
                  <a:gd name="T89" fmla="*/ 1358 h 1891"/>
                  <a:gd name="T90" fmla="*/ 316 w 918"/>
                  <a:gd name="T91" fmla="*/ 1463 h 1891"/>
                  <a:gd name="T92" fmla="*/ 13 w 918"/>
                  <a:gd name="T93" fmla="*/ 1142 h 1891"/>
                  <a:gd name="T94" fmla="*/ 217 w 918"/>
                  <a:gd name="T95" fmla="*/ 1275 h 1891"/>
                  <a:gd name="T96" fmla="*/ 2 w 918"/>
                  <a:gd name="T97" fmla="*/ 945 h 1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8" h="1891">
                    <a:moveTo>
                      <a:pt x="0" y="922"/>
                    </a:moveTo>
                    <a:cubicBezTo>
                      <a:pt x="27" y="924"/>
                      <a:pt x="51" y="936"/>
                      <a:pt x="73" y="951"/>
                    </a:cubicBezTo>
                    <a:cubicBezTo>
                      <a:pt x="107" y="975"/>
                      <a:pt x="129" y="1009"/>
                      <a:pt x="147" y="1046"/>
                    </a:cubicBezTo>
                    <a:cubicBezTo>
                      <a:pt x="153" y="1058"/>
                      <a:pt x="159" y="1071"/>
                      <a:pt x="165" y="1085"/>
                    </a:cubicBezTo>
                    <a:cubicBezTo>
                      <a:pt x="161" y="1047"/>
                      <a:pt x="157" y="1010"/>
                      <a:pt x="153" y="974"/>
                    </a:cubicBezTo>
                    <a:cubicBezTo>
                      <a:pt x="141" y="971"/>
                      <a:pt x="129" y="968"/>
                      <a:pt x="117" y="963"/>
                    </a:cubicBezTo>
                    <a:cubicBezTo>
                      <a:pt x="72" y="944"/>
                      <a:pt x="47" y="908"/>
                      <a:pt x="34" y="862"/>
                    </a:cubicBezTo>
                    <a:cubicBezTo>
                      <a:pt x="22" y="819"/>
                      <a:pt x="21" y="775"/>
                      <a:pt x="26" y="731"/>
                    </a:cubicBezTo>
                    <a:cubicBezTo>
                      <a:pt x="26" y="731"/>
                      <a:pt x="26" y="730"/>
                      <a:pt x="27" y="729"/>
                    </a:cubicBezTo>
                    <a:cubicBezTo>
                      <a:pt x="31" y="730"/>
                      <a:pt x="35" y="731"/>
                      <a:pt x="38" y="732"/>
                    </a:cubicBezTo>
                    <a:cubicBezTo>
                      <a:pt x="78" y="750"/>
                      <a:pt x="108" y="779"/>
                      <a:pt x="124" y="819"/>
                    </a:cubicBezTo>
                    <a:cubicBezTo>
                      <a:pt x="135" y="845"/>
                      <a:pt x="144" y="874"/>
                      <a:pt x="152" y="898"/>
                    </a:cubicBezTo>
                    <a:cubicBezTo>
                      <a:pt x="155" y="867"/>
                      <a:pt x="157" y="832"/>
                      <a:pt x="160" y="796"/>
                    </a:cubicBezTo>
                    <a:cubicBezTo>
                      <a:pt x="142" y="789"/>
                      <a:pt x="125" y="780"/>
                      <a:pt x="110" y="766"/>
                    </a:cubicBezTo>
                    <a:cubicBezTo>
                      <a:pt x="86" y="742"/>
                      <a:pt x="73" y="712"/>
                      <a:pt x="70" y="679"/>
                    </a:cubicBezTo>
                    <a:cubicBezTo>
                      <a:pt x="65" y="637"/>
                      <a:pt x="71" y="596"/>
                      <a:pt x="82" y="555"/>
                    </a:cubicBezTo>
                    <a:cubicBezTo>
                      <a:pt x="82" y="554"/>
                      <a:pt x="83" y="552"/>
                      <a:pt x="84" y="549"/>
                    </a:cubicBezTo>
                    <a:cubicBezTo>
                      <a:pt x="156" y="590"/>
                      <a:pt x="168" y="658"/>
                      <a:pt x="171" y="732"/>
                    </a:cubicBezTo>
                    <a:cubicBezTo>
                      <a:pt x="180" y="698"/>
                      <a:pt x="188" y="666"/>
                      <a:pt x="196" y="635"/>
                    </a:cubicBezTo>
                    <a:cubicBezTo>
                      <a:pt x="185" y="626"/>
                      <a:pt x="173" y="617"/>
                      <a:pt x="164" y="607"/>
                    </a:cubicBezTo>
                    <a:cubicBezTo>
                      <a:pt x="138" y="580"/>
                      <a:pt x="130" y="547"/>
                      <a:pt x="132" y="511"/>
                    </a:cubicBezTo>
                    <a:cubicBezTo>
                      <a:pt x="135" y="471"/>
                      <a:pt x="146" y="434"/>
                      <a:pt x="163" y="398"/>
                    </a:cubicBezTo>
                    <a:cubicBezTo>
                      <a:pt x="164" y="397"/>
                      <a:pt x="165" y="396"/>
                      <a:pt x="166" y="394"/>
                    </a:cubicBezTo>
                    <a:cubicBezTo>
                      <a:pt x="227" y="441"/>
                      <a:pt x="227" y="505"/>
                      <a:pt x="218" y="572"/>
                    </a:cubicBezTo>
                    <a:cubicBezTo>
                      <a:pt x="232" y="543"/>
                      <a:pt x="245" y="514"/>
                      <a:pt x="258" y="485"/>
                    </a:cubicBezTo>
                    <a:cubicBezTo>
                      <a:pt x="258" y="485"/>
                      <a:pt x="258" y="484"/>
                      <a:pt x="258" y="484"/>
                    </a:cubicBezTo>
                    <a:cubicBezTo>
                      <a:pt x="219" y="453"/>
                      <a:pt x="208" y="413"/>
                      <a:pt x="218" y="366"/>
                    </a:cubicBezTo>
                    <a:cubicBezTo>
                      <a:pt x="226" y="326"/>
                      <a:pt x="245" y="292"/>
                      <a:pt x="268" y="258"/>
                    </a:cubicBezTo>
                    <a:cubicBezTo>
                      <a:pt x="273" y="264"/>
                      <a:pt x="278" y="268"/>
                      <a:pt x="281" y="273"/>
                    </a:cubicBezTo>
                    <a:cubicBezTo>
                      <a:pt x="305" y="307"/>
                      <a:pt x="308" y="345"/>
                      <a:pt x="300" y="384"/>
                    </a:cubicBezTo>
                    <a:cubicBezTo>
                      <a:pt x="297" y="400"/>
                      <a:pt x="292" y="415"/>
                      <a:pt x="288" y="432"/>
                    </a:cubicBezTo>
                    <a:cubicBezTo>
                      <a:pt x="305" y="407"/>
                      <a:pt x="321" y="383"/>
                      <a:pt x="337" y="359"/>
                    </a:cubicBezTo>
                    <a:cubicBezTo>
                      <a:pt x="324" y="345"/>
                      <a:pt x="314" y="329"/>
                      <a:pt x="311" y="309"/>
                    </a:cubicBezTo>
                    <a:cubicBezTo>
                      <a:pt x="307" y="287"/>
                      <a:pt x="309" y="266"/>
                      <a:pt x="317" y="246"/>
                    </a:cubicBezTo>
                    <a:cubicBezTo>
                      <a:pt x="331" y="210"/>
                      <a:pt x="354" y="179"/>
                      <a:pt x="381" y="151"/>
                    </a:cubicBezTo>
                    <a:cubicBezTo>
                      <a:pt x="391" y="164"/>
                      <a:pt x="397" y="179"/>
                      <a:pt x="400" y="195"/>
                    </a:cubicBezTo>
                    <a:cubicBezTo>
                      <a:pt x="407" y="228"/>
                      <a:pt x="397" y="258"/>
                      <a:pt x="384" y="288"/>
                    </a:cubicBezTo>
                    <a:cubicBezTo>
                      <a:pt x="381" y="296"/>
                      <a:pt x="377" y="303"/>
                      <a:pt x="374" y="312"/>
                    </a:cubicBezTo>
                    <a:cubicBezTo>
                      <a:pt x="392" y="292"/>
                      <a:pt x="410" y="272"/>
                      <a:pt x="428" y="253"/>
                    </a:cubicBezTo>
                    <a:cubicBezTo>
                      <a:pt x="423" y="241"/>
                      <a:pt x="417" y="230"/>
                      <a:pt x="414" y="218"/>
                    </a:cubicBezTo>
                    <a:cubicBezTo>
                      <a:pt x="407" y="187"/>
                      <a:pt x="418" y="160"/>
                      <a:pt x="435" y="134"/>
                    </a:cubicBezTo>
                    <a:cubicBezTo>
                      <a:pt x="451" y="109"/>
                      <a:pt x="472" y="88"/>
                      <a:pt x="495" y="69"/>
                    </a:cubicBezTo>
                    <a:cubicBezTo>
                      <a:pt x="496" y="68"/>
                      <a:pt x="498" y="67"/>
                      <a:pt x="501" y="65"/>
                    </a:cubicBezTo>
                    <a:cubicBezTo>
                      <a:pt x="527" y="120"/>
                      <a:pt x="502" y="165"/>
                      <a:pt x="473" y="209"/>
                    </a:cubicBezTo>
                    <a:cubicBezTo>
                      <a:pt x="475" y="208"/>
                      <a:pt x="476" y="207"/>
                      <a:pt x="477" y="206"/>
                    </a:cubicBezTo>
                    <a:cubicBezTo>
                      <a:pt x="493" y="194"/>
                      <a:pt x="508" y="181"/>
                      <a:pt x="523" y="168"/>
                    </a:cubicBezTo>
                    <a:cubicBezTo>
                      <a:pt x="527" y="165"/>
                      <a:pt x="529" y="162"/>
                      <a:pt x="526" y="156"/>
                    </a:cubicBezTo>
                    <a:cubicBezTo>
                      <a:pt x="515" y="129"/>
                      <a:pt x="520" y="104"/>
                      <a:pt x="534" y="80"/>
                    </a:cubicBezTo>
                    <a:cubicBezTo>
                      <a:pt x="549" y="54"/>
                      <a:pt x="593" y="14"/>
                      <a:pt x="622" y="0"/>
                    </a:cubicBezTo>
                    <a:cubicBezTo>
                      <a:pt x="631" y="23"/>
                      <a:pt x="630" y="46"/>
                      <a:pt x="620" y="66"/>
                    </a:cubicBezTo>
                    <a:cubicBezTo>
                      <a:pt x="610" y="86"/>
                      <a:pt x="596" y="105"/>
                      <a:pt x="583" y="126"/>
                    </a:cubicBezTo>
                    <a:cubicBezTo>
                      <a:pt x="601" y="113"/>
                      <a:pt x="620" y="103"/>
                      <a:pt x="634" y="88"/>
                    </a:cubicBezTo>
                    <a:cubicBezTo>
                      <a:pt x="676" y="41"/>
                      <a:pt x="728" y="14"/>
                      <a:pt x="789" y="7"/>
                    </a:cubicBezTo>
                    <a:cubicBezTo>
                      <a:pt x="805" y="5"/>
                      <a:pt x="821" y="5"/>
                      <a:pt x="840" y="4"/>
                    </a:cubicBezTo>
                    <a:cubicBezTo>
                      <a:pt x="837" y="7"/>
                      <a:pt x="836" y="9"/>
                      <a:pt x="835" y="10"/>
                    </a:cubicBezTo>
                    <a:cubicBezTo>
                      <a:pt x="780" y="60"/>
                      <a:pt x="717" y="94"/>
                      <a:pt x="643" y="107"/>
                    </a:cubicBezTo>
                    <a:cubicBezTo>
                      <a:pt x="641" y="107"/>
                      <a:pt x="639" y="108"/>
                      <a:pt x="637" y="109"/>
                    </a:cubicBezTo>
                    <a:cubicBezTo>
                      <a:pt x="622" y="118"/>
                      <a:pt x="608" y="127"/>
                      <a:pt x="594" y="136"/>
                    </a:cubicBezTo>
                    <a:cubicBezTo>
                      <a:pt x="640" y="122"/>
                      <a:pt x="684" y="119"/>
                      <a:pt x="722" y="159"/>
                    </a:cubicBezTo>
                    <a:cubicBezTo>
                      <a:pt x="710" y="164"/>
                      <a:pt x="699" y="169"/>
                      <a:pt x="688" y="173"/>
                    </a:cubicBezTo>
                    <a:cubicBezTo>
                      <a:pt x="658" y="185"/>
                      <a:pt x="627" y="195"/>
                      <a:pt x="593" y="193"/>
                    </a:cubicBezTo>
                    <a:cubicBezTo>
                      <a:pt x="576" y="192"/>
                      <a:pt x="561" y="187"/>
                      <a:pt x="546" y="178"/>
                    </a:cubicBezTo>
                    <a:cubicBezTo>
                      <a:pt x="542" y="175"/>
                      <a:pt x="539" y="176"/>
                      <a:pt x="534" y="179"/>
                    </a:cubicBezTo>
                    <a:cubicBezTo>
                      <a:pt x="521" y="191"/>
                      <a:pt x="507" y="202"/>
                      <a:pt x="494" y="214"/>
                    </a:cubicBezTo>
                    <a:cubicBezTo>
                      <a:pt x="541" y="193"/>
                      <a:pt x="587" y="188"/>
                      <a:pt x="632" y="225"/>
                    </a:cubicBezTo>
                    <a:cubicBezTo>
                      <a:pt x="615" y="234"/>
                      <a:pt x="601" y="243"/>
                      <a:pt x="585" y="250"/>
                    </a:cubicBezTo>
                    <a:cubicBezTo>
                      <a:pt x="563" y="261"/>
                      <a:pt x="540" y="271"/>
                      <a:pt x="515" y="274"/>
                    </a:cubicBezTo>
                    <a:cubicBezTo>
                      <a:pt x="491" y="277"/>
                      <a:pt x="469" y="274"/>
                      <a:pt x="447" y="264"/>
                    </a:cubicBezTo>
                    <a:cubicBezTo>
                      <a:pt x="445" y="263"/>
                      <a:pt x="440" y="264"/>
                      <a:pt x="439" y="265"/>
                    </a:cubicBezTo>
                    <a:cubicBezTo>
                      <a:pt x="425" y="280"/>
                      <a:pt x="411" y="295"/>
                      <a:pt x="397" y="311"/>
                    </a:cubicBezTo>
                    <a:cubicBezTo>
                      <a:pt x="420" y="297"/>
                      <a:pt x="443" y="286"/>
                      <a:pt x="470" y="284"/>
                    </a:cubicBezTo>
                    <a:cubicBezTo>
                      <a:pt x="497" y="282"/>
                      <a:pt x="522" y="289"/>
                      <a:pt x="545" y="305"/>
                    </a:cubicBezTo>
                    <a:cubicBezTo>
                      <a:pt x="541" y="309"/>
                      <a:pt x="538" y="311"/>
                      <a:pt x="534" y="314"/>
                    </a:cubicBezTo>
                    <a:cubicBezTo>
                      <a:pt x="509" y="334"/>
                      <a:pt x="482" y="352"/>
                      <a:pt x="453" y="364"/>
                    </a:cubicBezTo>
                    <a:cubicBezTo>
                      <a:pt x="422" y="377"/>
                      <a:pt x="391" y="379"/>
                      <a:pt x="359" y="369"/>
                    </a:cubicBezTo>
                    <a:cubicBezTo>
                      <a:pt x="353" y="368"/>
                      <a:pt x="350" y="368"/>
                      <a:pt x="347" y="373"/>
                    </a:cubicBezTo>
                    <a:cubicBezTo>
                      <a:pt x="337" y="389"/>
                      <a:pt x="326" y="404"/>
                      <a:pt x="316" y="420"/>
                    </a:cubicBezTo>
                    <a:cubicBezTo>
                      <a:pt x="314" y="422"/>
                      <a:pt x="313" y="424"/>
                      <a:pt x="312" y="427"/>
                    </a:cubicBezTo>
                    <a:cubicBezTo>
                      <a:pt x="359" y="386"/>
                      <a:pt x="409" y="371"/>
                      <a:pt x="468" y="400"/>
                    </a:cubicBezTo>
                    <a:cubicBezTo>
                      <a:pt x="449" y="423"/>
                      <a:pt x="428" y="442"/>
                      <a:pt x="405" y="459"/>
                    </a:cubicBezTo>
                    <a:cubicBezTo>
                      <a:pt x="388" y="471"/>
                      <a:pt x="370" y="483"/>
                      <a:pt x="350" y="488"/>
                    </a:cubicBezTo>
                    <a:cubicBezTo>
                      <a:pt x="338" y="491"/>
                      <a:pt x="325" y="494"/>
                      <a:pt x="312" y="494"/>
                    </a:cubicBezTo>
                    <a:cubicBezTo>
                      <a:pt x="300" y="495"/>
                      <a:pt x="287" y="493"/>
                      <a:pt x="273" y="492"/>
                    </a:cubicBezTo>
                    <a:cubicBezTo>
                      <a:pt x="262" y="518"/>
                      <a:pt x="249" y="544"/>
                      <a:pt x="237" y="570"/>
                    </a:cubicBezTo>
                    <a:cubicBezTo>
                      <a:pt x="238" y="571"/>
                      <a:pt x="238" y="571"/>
                      <a:pt x="239" y="571"/>
                    </a:cubicBezTo>
                    <a:cubicBezTo>
                      <a:pt x="280" y="516"/>
                      <a:pt x="331" y="491"/>
                      <a:pt x="402" y="514"/>
                    </a:cubicBezTo>
                    <a:cubicBezTo>
                      <a:pt x="397" y="520"/>
                      <a:pt x="394" y="526"/>
                      <a:pt x="390" y="532"/>
                    </a:cubicBezTo>
                    <a:cubicBezTo>
                      <a:pt x="372" y="557"/>
                      <a:pt x="351" y="581"/>
                      <a:pt x="327" y="601"/>
                    </a:cubicBezTo>
                    <a:cubicBezTo>
                      <a:pt x="296" y="627"/>
                      <a:pt x="261" y="639"/>
                      <a:pt x="221" y="638"/>
                    </a:cubicBezTo>
                    <a:cubicBezTo>
                      <a:pt x="215" y="638"/>
                      <a:pt x="212" y="640"/>
                      <a:pt x="211" y="646"/>
                    </a:cubicBezTo>
                    <a:cubicBezTo>
                      <a:pt x="204" y="672"/>
                      <a:pt x="197" y="699"/>
                      <a:pt x="190" y="725"/>
                    </a:cubicBezTo>
                    <a:cubicBezTo>
                      <a:pt x="190" y="727"/>
                      <a:pt x="190" y="728"/>
                      <a:pt x="190" y="730"/>
                    </a:cubicBezTo>
                    <a:cubicBezTo>
                      <a:pt x="209" y="690"/>
                      <a:pt x="235" y="657"/>
                      <a:pt x="279" y="643"/>
                    </a:cubicBezTo>
                    <a:cubicBezTo>
                      <a:pt x="302" y="635"/>
                      <a:pt x="332" y="633"/>
                      <a:pt x="353" y="640"/>
                    </a:cubicBezTo>
                    <a:cubicBezTo>
                      <a:pt x="348" y="649"/>
                      <a:pt x="344" y="659"/>
                      <a:pt x="340" y="668"/>
                    </a:cubicBezTo>
                    <a:cubicBezTo>
                      <a:pt x="322" y="701"/>
                      <a:pt x="302" y="733"/>
                      <a:pt x="274" y="758"/>
                    </a:cubicBezTo>
                    <a:cubicBezTo>
                      <a:pt x="249" y="781"/>
                      <a:pt x="219" y="793"/>
                      <a:pt x="185" y="797"/>
                    </a:cubicBezTo>
                    <a:cubicBezTo>
                      <a:pt x="180" y="798"/>
                      <a:pt x="177" y="798"/>
                      <a:pt x="176" y="804"/>
                    </a:cubicBezTo>
                    <a:cubicBezTo>
                      <a:pt x="174" y="837"/>
                      <a:pt x="171" y="870"/>
                      <a:pt x="169" y="904"/>
                    </a:cubicBezTo>
                    <a:cubicBezTo>
                      <a:pt x="175" y="888"/>
                      <a:pt x="180" y="872"/>
                      <a:pt x="187" y="858"/>
                    </a:cubicBezTo>
                    <a:cubicBezTo>
                      <a:pt x="213" y="804"/>
                      <a:pt x="257" y="778"/>
                      <a:pt x="316" y="777"/>
                    </a:cubicBezTo>
                    <a:cubicBezTo>
                      <a:pt x="318" y="777"/>
                      <a:pt x="319" y="777"/>
                      <a:pt x="321" y="777"/>
                    </a:cubicBezTo>
                    <a:cubicBezTo>
                      <a:pt x="322" y="777"/>
                      <a:pt x="323" y="778"/>
                      <a:pt x="325" y="778"/>
                    </a:cubicBezTo>
                    <a:cubicBezTo>
                      <a:pt x="322" y="787"/>
                      <a:pt x="320" y="796"/>
                      <a:pt x="318" y="805"/>
                    </a:cubicBezTo>
                    <a:cubicBezTo>
                      <a:pt x="308" y="837"/>
                      <a:pt x="295" y="869"/>
                      <a:pt x="276" y="897"/>
                    </a:cubicBezTo>
                    <a:cubicBezTo>
                      <a:pt x="252" y="935"/>
                      <a:pt x="218" y="958"/>
                      <a:pt x="177" y="971"/>
                    </a:cubicBezTo>
                    <a:cubicBezTo>
                      <a:pt x="172" y="972"/>
                      <a:pt x="170" y="973"/>
                      <a:pt x="171" y="979"/>
                    </a:cubicBezTo>
                    <a:cubicBezTo>
                      <a:pt x="174" y="1013"/>
                      <a:pt x="178" y="1048"/>
                      <a:pt x="181" y="1083"/>
                    </a:cubicBezTo>
                    <a:cubicBezTo>
                      <a:pt x="182" y="1083"/>
                      <a:pt x="183" y="1083"/>
                      <a:pt x="183" y="1083"/>
                    </a:cubicBezTo>
                    <a:cubicBezTo>
                      <a:pt x="185" y="1074"/>
                      <a:pt x="185" y="1064"/>
                      <a:pt x="187" y="1055"/>
                    </a:cubicBezTo>
                    <a:cubicBezTo>
                      <a:pt x="188" y="1045"/>
                      <a:pt x="190" y="1036"/>
                      <a:pt x="193" y="1027"/>
                    </a:cubicBezTo>
                    <a:cubicBezTo>
                      <a:pt x="211" y="963"/>
                      <a:pt x="262" y="927"/>
                      <a:pt x="321" y="922"/>
                    </a:cubicBezTo>
                    <a:cubicBezTo>
                      <a:pt x="320" y="934"/>
                      <a:pt x="319" y="946"/>
                      <a:pt x="317" y="958"/>
                    </a:cubicBezTo>
                    <a:cubicBezTo>
                      <a:pt x="313" y="991"/>
                      <a:pt x="306" y="1023"/>
                      <a:pt x="293" y="1054"/>
                    </a:cubicBezTo>
                    <a:cubicBezTo>
                      <a:pt x="276" y="1096"/>
                      <a:pt x="245" y="1128"/>
                      <a:pt x="204" y="1148"/>
                    </a:cubicBezTo>
                    <a:cubicBezTo>
                      <a:pt x="198" y="1151"/>
                      <a:pt x="197" y="1154"/>
                      <a:pt x="199" y="1160"/>
                    </a:cubicBezTo>
                    <a:cubicBezTo>
                      <a:pt x="210" y="1195"/>
                      <a:pt x="222" y="1230"/>
                      <a:pt x="233" y="1266"/>
                    </a:cubicBezTo>
                    <a:cubicBezTo>
                      <a:pt x="233" y="1268"/>
                      <a:pt x="235" y="1270"/>
                      <a:pt x="235" y="1271"/>
                    </a:cubicBezTo>
                    <a:cubicBezTo>
                      <a:pt x="235" y="1252"/>
                      <a:pt x="233" y="1233"/>
                      <a:pt x="233" y="1214"/>
                    </a:cubicBezTo>
                    <a:cubicBezTo>
                      <a:pt x="235" y="1150"/>
                      <a:pt x="280" y="1094"/>
                      <a:pt x="342" y="1078"/>
                    </a:cubicBezTo>
                    <a:cubicBezTo>
                      <a:pt x="343" y="1077"/>
                      <a:pt x="343" y="1078"/>
                      <a:pt x="345" y="1078"/>
                    </a:cubicBezTo>
                    <a:cubicBezTo>
                      <a:pt x="346" y="1091"/>
                      <a:pt x="348" y="1104"/>
                      <a:pt x="349" y="1117"/>
                    </a:cubicBezTo>
                    <a:cubicBezTo>
                      <a:pt x="351" y="1153"/>
                      <a:pt x="351" y="1189"/>
                      <a:pt x="342" y="1225"/>
                    </a:cubicBezTo>
                    <a:cubicBezTo>
                      <a:pt x="332" y="1270"/>
                      <a:pt x="307" y="1306"/>
                      <a:pt x="271" y="1334"/>
                    </a:cubicBezTo>
                    <a:cubicBezTo>
                      <a:pt x="269" y="1336"/>
                      <a:pt x="267" y="1337"/>
                      <a:pt x="265" y="1339"/>
                    </a:cubicBezTo>
                    <a:cubicBezTo>
                      <a:pt x="285" y="1380"/>
                      <a:pt x="307" y="1419"/>
                      <a:pt x="334" y="1457"/>
                    </a:cubicBezTo>
                    <a:cubicBezTo>
                      <a:pt x="328" y="1439"/>
                      <a:pt x="323" y="1422"/>
                      <a:pt x="319" y="1405"/>
                    </a:cubicBezTo>
                    <a:cubicBezTo>
                      <a:pt x="302" y="1336"/>
                      <a:pt x="329" y="1273"/>
                      <a:pt x="390" y="1237"/>
                    </a:cubicBezTo>
                    <a:cubicBezTo>
                      <a:pt x="393" y="1235"/>
                      <a:pt x="397" y="1233"/>
                      <a:pt x="402" y="1230"/>
                    </a:cubicBezTo>
                    <a:cubicBezTo>
                      <a:pt x="408" y="1254"/>
                      <a:pt x="416" y="1277"/>
                      <a:pt x="421" y="1300"/>
                    </a:cubicBezTo>
                    <a:cubicBezTo>
                      <a:pt x="429" y="1333"/>
                      <a:pt x="434" y="1366"/>
                      <a:pt x="431" y="1399"/>
                    </a:cubicBezTo>
                    <a:cubicBezTo>
                      <a:pt x="428" y="1442"/>
                      <a:pt x="411" y="1480"/>
                      <a:pt x="384" y="1513"/>
                    </a:cubicBezTo>
                    <a:cubicBezTo>
                      <a:pt x="383" y="1514"/>
                      <a:pt x="381" y="1516"/>
                      <a:pt x="379" y="1518"/>
                    </a:cubicBezTo>
                    <a:cubicBezTo>
                      <a:pt x="409" y="1554"/>
                      <a:pt x="441" y="1588"/>
                      <a:pt x="478" y="1619"/>
                    </a:cubicBezTo>
                    <a:cubicBezTo>
                      <a:pt x="474" y="1614"/>
                      <a:pt x="470" y="1609"/>
                      <a:pt x="467" y="1604"/>
                    </a:cubicBezTo>
                    <a:cubicBezTo>
                      <a:pt x="448" y="1576"/>
                      <a:pt x="434" y="1547"/>
                      <a:pt x="430" y="1513"/>
                    </a:cubicBezTo>
                    <a:cubicBezTo>
                      <a:pt x="422" y="1455"/>
                      <a:pt x="450" y="1403"/>
                      <a:pt x="491" y="1374"/>
                    </a:cubicBezTo>
                    <a:cubicBezTo>
                      <a:pt x="524" y="1429"/>
                      <a:pt x="554" y="1485"/>
                      <a:pt x="564" y="1550"/>
                    </a:cubicBezTo>
                    <a:cubicBezTo>
                      <a:pt x="571" y="1591"/>
                      <a:pt x="563" y="1630"/>
                      <a:pt x="545" y="1668"/>
                    </a:cubicBezTo>
                    <a:cubicBezTo>
                      <a:pt x="544" y="1670"/>
                      <a:pt x="543" y="1672"/>
                      <a:pt x="541" y="1674"/>
                    </a:cubicBezTo>
                    <a:cubicBezTo>
                      <a:pt x="585" y="1708"/>
                      <a:pt x="632" y="1737"/>
                      <a:pt x="682" y="1762"/>
                    </a:cubicBezTo>
                    <a:cubicBezTo>
                      <a:pt x="680" y="1760"/>
                      <a:pt x="677" y="1758"/>
                      <a:pt x="675" y="1756"/>
                    </a:cubicBezTo>
                    <a:cubicBezTo>
                      <a:pt x="648" y="1733"/>
                      <a:pt x="624" y="1709"/>
                      <a:pt x="607" y="1678"/>
                    </a:cubicBezTo>
                    <a:cubicBezTo>
                      <a:pt x="577" y="1624"/>
                      <a:pt x="584" y="1556"/>
                      <a:pt x="624" y="1508"/>
                    </a:cubicBezTo>
                    <a:cubicBezTo>
                      <a:pt x="631" y="1515"/>
                      <a:pt x="637" y="1521"/>
                      <a:pt x="643" y="1527"/>
                    </a:cubicBezTo>
                    <a:cubicBezTo>
                      <a:pt x="681" y="1565"/>
                      <a:pt x="715" y="1605"/>
                      <a:pt x="742" y="1650"/>
                    </a:cubicBezTo>
                    <a:cubicBezTo>
                      <a:pt x="770" y="1697"/>
                      <a:pt x="780" y="1747"/>
                      <a:pt x="770" y="1800"/>
                    </a:cubicBezTo>
                    <a:cubicBezTo>
                      <a:pt x="769" y="1806"/>
                      <a:pt x="773" y="1807"/>
                      <a:pt x="776" y="1808"/>
                    </a:cubicBezTo>
                    <a:cubicBezTo>
                      <a:pt x="817" y="1822"/>
                      <a:pt x="858" y="1837"/>
                      <a:pt x="900" y="1851"/>
                    </a:cubicBezTo>
                    <a:cubicBezTo>
                      <a:pt x="902" y="1852"/>
                      <a:pt x="905" y="1853"/>
                      <a:pt x="908" y="1853"/>
                    </a:cubicBezTo>
                    <a:cubicBezTo>
                      <a:pt x="913" y="1855"/>
                      <a:pt x="918" y="1858"/>
                      <a:pt x="915" y="1864"/>
                    </a:cubicBezTo>
                    <a:cubicBezTo>
                      <a:pt x="913" y="1870"/>
                      <a:pt x="909" y="1870"/>
                      <a:pt x="903" y="1868"/>
                    </a:cubicBezTo>
                    <a:cubicBezTo>
                      <a:pt x="890" y="1864"/>
                      <a:pt x="877" y="1861"/>
                      <a:pt x="864" y="1856"/>
                    </a:cubicBezTo>
                    <a:cubicBezTo>
                      <a:pt x="832" y="1845"/>
                      <a:pt x="801" y="1834"/>
                      <a:pt x="770" y="1822"/>
                    </a:cubicBezTo>
                    <a:cubicBezTo>
                      <a:pt x="764" y="1820"/>
                      <a:pt x="762" y="1820"/>
                      <a:pt x="758" y="1825"/>
                    </a:cubicBezTo>
                    <a:cubicBezTo>
                      <a:pt x="731" y="1857"/>
                      <a:pt x="695" y="1874"/>
                      <a:pt x="654" y="1881"/>
                    </a:cubicBezTo>
                    <a:cubicBezTo>
                      <a:pt x="590" y="1891"/>
                      <a:pt x="531" y="1875"/>
                      <a:pt x="473" y="1850"/>
                    </a:cubicBezTo>
                    <a:cubicBezTo>
                      <a:pt x="436" y="1833"/>
                      <a:pt x="401" y="1813"/>
                      <a:pt x="368" y="1789"/>
                    </a:cubicBezTo>
                    <a:cubicBezTo>
                      <a:pt x="364" y="1787"/>
                      <a:pt x="361" y="1783"/>
                      <a:pt x="356" y="1780"/>
                    </a:cubicBezTo>
                    <a:cubicBezTo>
                      <a:pt x="369" y="1770"/>
                      <a:pt x="383" y="1763"/>
                      <a:pt x="397" y="1758"/>
                    </a:cubicBezTo>
                    <a:cubicBezTo>
                      <a:pt x="449" y="1738"/>
                      <a:pt x="501" y="1736"/>
                      <a:pt x="555" y="1749"/>
                    </a:cubicBezTo>
                    <a:cubicBezTo>
                      <a:pt x="597" y="1758"/>
                      <a:pt x="639" y="1770"/>
                      <a:pt x="682" y="1782"/>
                    </a:cubicBezTo>
                    <a:cubicBezTo>
                      <a:pt x="678" y="1780"/>
                      <a:pt x="675" y="1778"/>
                      <a:pt x="671" y="1776"/>
                    </a:cubicBezTo>
                    <a:cubicBezTo>
                      <a:pt x="624" y="1751"/>
                      <a:pt x="580" y="1723"/>
                      <a:pt x="538" y="1691"/>
                    </a:cubicBezTo>
                    <a:cubicBezTo>
                      <a:pt x="533" y="1687"/>
                      <a:pt x="529" y="1687"/>
                      <a:pt x="524" y="1691"/>
                    </a:cubicBezTo>
                    <a:cubicBezTo>
                      <a:pt x="484" y="1719"/>
                      <a:pt x="440" y="1726"/>
                      <a:pt x="392" y="1718"/>
                    </a:cubicBezTo>
                    <a:cubicBezTo>
                      <a:pt x="347" y="1710"/>
                      <a:pt x="308" y="1689"/>
                      <a:pt x="272" y="1662"/>
                    </a:cubicBezTo>
                    <a:cubicBezTo>
                      <a:pt x="240" y="1638"/>
                      <a:pt x="211" y="1611"/>
                      <a:pt x="185" y="1581"/>
                    </a:cubicBezTo>
                    <a:cubicBezTo>
                      <a:pt x="183" y="1578"/>
                      <a:pt x="181" y="1575"/>
                      <a:pt x="178" y="1571"/>
                    </a:cubicBezTo>
                    <a:cubicBezTo>
                      <a:pt x="188" y="1568"/>
                      <a:pt x="198" y="1564"/>
                      <a:pt x="207" y="1562"/>
                    </a:cubicBezTo>
                    <a:cubicBezTo>
                      <a:pt x="263" y="1549"/>
                      <a:pt x="317" y="1557"/>
                      <a:pt x="368" y="1582"/>
                    </a:cubicBezTo>
                    <a:cubicBezTo>
                      <a:pt x="399" y="1597"/>
                      <a:pt x="429" y="1614"/>
                      <a:pt x="460" y="1631"/>
                    </a:cubicBezTo>
                    <a:cubicBezTo>
                      <a:pt x="462" y="1632"/>
                      <a:pt x="464" y="1633"/>
                      <a:pt x="467" y="1633"/>
                    </a:cubicBezTo>
                    <a:cubicBezTo>
                      <a:pt x="459" y="1625"/>
                      <a:pt x="450" y="1618"/>
                      <a:pt x="442" y="1610"/>
                    </a:cubicBezTo>
                    <a:cubicBezTo>
                      <a:pt x="418" y="1584"/>
                      <a:pt x="394" y="1558"/>
                      <a:pt x="370" y="1532"/>
                    </a:cubicBezTo>
                    <a:cubicBezTo>
                      <a:pt x="367" y="1528"/>
                      <a:pt x="365" y="1527"/>
                      <a:pt x="361" y="1529"/>
                    </a:cubicBezTo>
                    <a:cubicBezTo>
                      <a:pt x="311" y="1551"/>
                      <a:pt x="262" y="1546"/>
                      <a:pt x="215" y="1522"/>
                    </a:cubicBezTo>
                    <a:cubicBezTo>
                      <a:pt x="171" y="1499"/>
                      <a:pt x="138" y="1464"/>
                      <a:pt x="110" y="1425"/>
                    </a:cubicBezTo>
                    <a:cubicBezTo>
                      <a:pt x="97" y="1406"/>
                      <a:pt x="86" y="1385"/>
                      <a:pt x="74" y="1366"/>
                    </a:cubicBezTo>
                    <a:cubicBezTo>
                      <a:pt x="72" y="1364"/>
                      <a:pt x="72" y="1361"/>
                      <a:pt x="70" y="1358"/>
                    </a:cubicBezTo>
                    <a:cubicBezTo>
                      <a:pt x="90" y="1353"/>
                      <a:pt x="108" y="1353"/>
                      <a:pt x="127" y="1355"/>
                    </a:cubicBezTo>
                    <a:cubicBezTo>
                      <a:pt x="174" y="1359"/>
                      <a:pt x="216" y="1379"/>
                      <a:pt x="252" y="1408"/>
                    </a:cubicBezTo>
                    <a:cubicBezTo>
                      <a:pt x="273" y="1425"/>
                      <a:pt x="293" y="1443"/>
                      <a:pt x="314" y="1461"/>
                    </a:cubicBezTo>
                    <a:cubicBezTo>
                      <a:pt x="315" y="1462"/>
                      <a:pt x="316" y="1463"/>
                      <a:pt x="316" y="1463"/>
                    </a:cubicBezTo>
                    <a:cubicBezTo>
                      <a:pt x="294" y="1424"/>
                      <a:pt x="271" y="1386"/>
                      <a:pt x="248" y="1346"/>
                    </a:cubicBezTo>
                    <a:cubicBezTo>
                      <a:pt x="227" y="1351"/>
                      <a:pt x="204" y="1352"/>
                      <a:pt x="182" y="1347"/>
                    </a:cubicBezTo>
                    <a:cubicBezTo>
                      <a:pt x="138" y="1337"/>
                      <a:pt x="104" y="1312"/>
                      <a:pt x="78" y="1278"/>
                    </a:cubicBezTo>
                    <a:cubicBezTo>
                      <a:pt x="47" y="1237"/>
                      <a:pt x="27" y="1191"/>
                      <a:pt x="13" y="1142"/>
                    </a:cubicBezTo>
                    <a:cubicBezTo>
                      <a:pt x="13" y="1141"/>
                      <a:pt x="13" y="1139"/>
                      <a:pt x="12" y="1135"/>
                    </a:cubicBezTo>
                    <a:cubicBezTo>
                      <a:pt x="26" y="1137"/>
                      <a:pt x="40" y="1138"/>
                      <a:pt x="53" y="1141"/>
                    </a:cubicBezTo>
                    <a:cubicBezTo>
                      <a:pt x="105" y="1152"/>
                      <a:pt x="145" y="1182"/>
                      <a:pt x="177" y="1222"/>
                    </a:cubicBezTo>
                    <a:cubicBezTo>
                      <a:pt x="191" y="1240"/>
                      <a:pt x="205" y="1258"/>
                      <a:pt x="217" y="1275"/>
                    </a:cubicBezTo>
                    <a:cubicBezTo>
                      <a:pt x="205" y="1237"/>
                      <a:pt x="192" y="1197"/>
                      <a:pt x="180" y="1156"/>
                    </a:cubicBezTo>
                    <a:cubicBezTo>
                      <a:pt x="168" y="1155"/>
                      <a:pt x="156" y="1155"/>
                      <a:pt x="144" y="1152"/>
                    </a:cubicBezTo>
                    <a:cubicBezTo>
                      <a:pt x="97" y="1142"/>
                      <a:pt x="64" y="1114"/>
                      <a:pt x="40" y="1073"/>
                    </a:cubicBezTo>
                    <a:cubicBezTo>
                      <a:pt x="18" y="1033"/>
                      <a:pt x="8" y="990"/>
                      <a:pt x="2" y="945"/>
                    </a:cubicBezTo>
                    <a:cubicBezTo>
                      <a:pt x="1" y="942"/>
                      <a:pt x="1" y="940"/>
                      <a:pt x="0" y="937"/>
                    </a:cubicBezTo>
                    <a:cubicBezTo>
                      <a:pt x="0" y="932"/>
                      <a:pt x="0" y="927"/>
                      <a:pt x="0" y="9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5021780" y="1251705"/>
            <a:ext cx="2623130" cy="1009250"/>
            <a:chOff x="929540" y="1307312"/>
            <a:chExt cx="2623130" cy="1009250"/>
          </a:xfrm>
        </p:grpSpPr>
        <p:sp>
          <p:nvSpPr>
            <p:cNvPr id="16" name="矩形 15"/>
            <p:cNvSpPr/>
            <p:nvPr/>
          </p:nvSpPr>
          <p:spPr>
            <a:xfrm>
              <a:off x="1530591" y="1428263"/>
              <a:ext cx="1421028" cy="3292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20XX</a:t>
              </a:r>
              <a:r>
                <a:rPr lang="zh-CN" altLang="en-US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年度</a:t>
              </a:r>
              <a:endParaRPr lang="zh-CN" altLang="en-US" sz="18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302795" y="1830491"/>
              <a:ext cx="1876621" cy="3018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输入企业荣誉称号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29540" y="1307312"/>
              <a:ext cx="2623130" cy="1009250"/>
              <a:chOff x="778431" y="2285369"/>
              <a:chExt cx="2540080" cy="977295"/>
            </a:xfrm>
            <a:gradFill>
              <a:gsLst>
                <a:gs pos="0">
                  <a:srgbClr val="EC5630"/>
                </a:gs>
                <a:gs pos="100000">
                  <a:srgbClr val="C53811"/>
                </a:gs>
              </a:gsLst>
              <a:lin ang="5400000" scaled="1"/>
            </a:gradFill>
          </p:grpSpPr>
          <p:sp>
            <p:nvSpPr>
              <p:cNvPr id="20" name="Freeform 1266"/>
              <p:cNvSpPr/>
              <p:nvPr/>
            </p:nvSpPr>
            <p:spPr bwMode="auto">
              <a:xfrm>
                <a:off x="2852964" y="2285369"/>
                <a:ext cx="465547" cy="975536"/>
              </a:xfrm>
              <a:custGeom>
                <a:avLst/>
                <a:gdLst>
                  <a:gd name="T0" fmla="*/ 683 w 900"/>
                  <a:gd name="T1" fmla="*/ 1322 h 1887"/>
                  <a:gd name="T2" fmla="*/ 621 w 900"/>
                  <a:gd name="T3" fmla="*/ 1439 h 1887"/>
                  <a:gd name="T4" fmla="*/ 824 w 900"/>
                  <a:gd name="T5" fmla="*/ 1387 h 1887"/>
                  <a:gd name="T6" fmla="*/ 479 w 900"/>
                  <a:gd name="T7" fmla="*/ 1621 h 1887"/>
                  <a:gd name="T8" fmla="*/ 762 w 900"/>
                  <a:gd name="T9" fmla="*/ 1543 h 1887"/>
                  <a:gd name="T10" fmla="*/ 431 w 900"/>
                  <a:gd name="T11" fmla="*/ 1687 h 1887"/>
                  <a:gd name="T12" fmla="*/ 436 w 900"/>
                  <a:gd name="T13" fmla="*/ 1733 h 1887"/>
                  <a:gd name="T14" fmla="*/ 559 w 900"/>
                  <a:gd name="T15" fmla="*/ 1792 h 1887"/>
                  <a:gd name="T16" fmla="*/ 194 w 900"/>
                  <a:gd name="T17" fmla="*/ 1826 h 1887"/>
                  <a:gd name="T18" fmla="*/ 51 w 900"/>
                  <a:gd name="T19" fmla="*/ 1867 h 1887"/>
                  <a:gd name="T20" fmla="*/ 309 w 900"/>
                  <a:gd name="T21" fmla="*/ 1508 h 1887"/>
                  <a:gd name="T22" fmla="*/ 270 w 900"/>
                  <a:gd name="T23" fmla="*/ 1764 h 1887"/>
                  <a:gd name="T24" fmla="*/ 434 w 900"/>
                  <a:gd name="T25" fmla="*/ 1368 h 1887"/>
                  <a:gd name="T26" fmla="*/ 466 w 900"/>
                  <a:gd name="T27" fmla="*/ 1606 h 1887"/>
                  <a:gd name="T28" fmla="*/ 495 w 900"/>
                  <a:gd name="T29" fmla="*/ 1364 h 1887"/>
                  <a:gd name="T30" fmla="*/ 599 w 900"/>
                  <a:gd name="T31" fmla="*/ 1435 h 1887"/>
                  <a:gd name="T32" fmla="*/ 581 w 900"/>
                  <a:gd name="T33" fmla="*/ 1221 h 1887"/>
                  <a:gd name="T34" fmla="*/ 686 w 900"/>
                  <a:gd name="T35" fmla="*/ 1249 h 1887"/>
                  <a:gd name="T36" fmla="*/ 599 w 900"/>
                  <a:gd name="T37" fmla="*/ 997 h 1887"/>
                  <a:gd name="T38" fmla="*/ 731 w 900"/>
                  <a:gd name="T39" fmla="*/ 946 h 1887"/>
                  <a:gd name="T40" fmla="*/ 563 w 900"/>
                  <a:gd name="T41" fmla="*/ 759 h 1887"/>
                  <a:gd name="T42" fmla="*/ 715 w 900"/>
                  <a:gd name="T43" fmla="*/ 772 h 1887"/>
                  <a:gd name="T44" fmla="*/ 526 w 900"/>
                  <a:gd name="T45" fmla="*/ 622 h 1887"/>
                  <a:gd name="T46" fmla="*/ 669 w 900"/>
                  <a:gd name="T47" fmla="*/ 618 h 1887"/>
                  <a:gd name="T48" fmla="*/ 562 w 900"/>
                  <a:gd name="T49" fmla="*/ 494 h 1887"/>
                  <a:gd name="T50" fmla="*/ 592 w 900"/>
                  <a:gd name="T51" fmla="*/ 471 h 1887"/>
                  <a:gd name="T52" fmla="*/ 556 w 900"/>
                  <a:gd name="T53" fmla="*/ 410 h 1887"/>
                  <a:gd name="T54" fmla="*/ 361 w 900"/>
                  <a:gd name="T55" fmla="*/ 332 h 1887"/>
                  <a:gd name="T56" fmla="*/ 443 w 900"/>
                  <a:gd name="T57" fmla="*/ 279 h 1887"/>
                  <a:gd name="T58" fmla="*/ 222 w 900"/>
                  <a:gd name="T59" fmla="*/ 225 h 1887"/>
                  <a:gd name="T60" fmla="*/ 197 w 900"/>
                  <a:gd name="T61" fmla="*/ 187 h 1887"/>
                  <a:gd name="T62" fmla="*/ 180 w 900"/>
                  <a:gd name="T63" fmla="*/ 104 h 1887"/>
                  <a:gd name="T64" fmla="*/ 204 w 900"/>
                  <a:gd name="T65" fmla="*/ 84 h 1887"/>
                  <a:gd name="T66" fmla="*/ 218 w 900"/>
                  <a:gd name="T67" fmla="*/ 0 h 1887"/>
                  <a:gd name="T68" fmla="*/ 338 w 900"/>
                  <a:gd name="T69" fmla="*/ 171 h 1887"/>
                  <a:gd name="T70" fmla="*/ 423 w 900"/>
                  <a:gd name="T71" fmla="*/ 138 h 1887"/>
                  <a:gd name="T72" fmla="*/ 472 w 900"/>
                  <a:gd name="T73" fmla="*/ 272 h 1887"/>
                  <a:gd name="T74" fmla="*/ 534 w 900"/>
                  <a:gd name="T75" fmla="*/ 221 h 1887"/>
                  <a:gd name="T76" fmla="*/ 573 w 900"/>
                  <a:gd name="T77" fmla="*/ 398 h 1887"/>
                  <a:gd name="T78" fmla="*/ 648 w 900"/>
                  <a:gd name="T79" fmla="*/ 352 h 1887"/>
                  <a:gd name="T80" fmla="*/ 654 w 900"/>
                  <a:gd name="T81" fmla="*/ 522 h 1887"/>
                  <a:gd name="T82" fmla="*/ 727 w 900"/>
                  <a:gd name="T83" fmla="*/ 429 h 1887"/>
                  <a:gd name="T84" fmla="*/ 790 w 900"/>
                  <a:gd name="T85" fmla="*/ 517 h 1887"/>
                  <a:gd name="T86" fmla="*/ 731 w 900"/>
                  <a:gd name="T87" fmla="*/ 770 h 1887"/>
                  <a:gd name="T88" fmla="*/ 859 w 900"/>
                  <a:gd name="T89" fmla="*/ 692 h 1887"/>
                  <a:gd name="T90" fmla="*/ 749 w 900"/>
                  <a:gd name="T91" fmla="*/ 946 h 1887"/>
                  <a:gd name="T92" fmla="*/ 849 w 900"/>
                  <a:gd name="T93" fmla="*/ 902 h 1887"/>
                  <a:gd name="T94" fmla="*/ 738 w 900"/>
                  <a:gd name="T95" fmla="*/ 1127 h 1887"/>
                  <a:gd name="T96" fmla="*/ 712 w 900"/>
                  <a:gd name="T97" fmla="*/ 1236 h 1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00" h="1887">
                    <a:moveTo>
                      <a:pt x="900" y="1106"/>
                    </a:moveTo>
                    <a:cubicBezTo>
                      <a:pt x="894" y="1125"/>
                      <a:pt x="889" y="1144"/>
                      <a:pt x="883" y="1163"/>
                    </a:cubicBezTo>
                    <a:cubicBezTo>
                      <a:pt x="869" y="1202"/>
                      <a:pt x="851" y="1239"/>
                      <a:pt x="823" y="1269"/>
                    </a:cubicBezTo>
                    <a:cubicBezTo>
                      <a:pt x="785" y="1310"/>
                      <a:pt x="739" y="1329"/>
                      <a:pt x="683" y="1322"/>
                    </a:cubicBezTo>
                    <a:cubicBezTo>
                      <a:pt x="679" y="1322"/>
                      <a:pt x="676" y="1322"/>
                      <a:pt x="674" y="1326"/>
                    </a:cubicBezTo>
                    <a:cubicBezTo>
                      <a:pt x="655" y="1364"/>
                      <a:pt x="636" y="1402"/>
                      <a:pt x="617" y="1440"/>
                    </a:cubicBezTo>
                    <a:cubicBezTo>
                      <a:pt x="616" y="1441"/>
                      <a:pt x="617" y="1441"/>
                      <a:pt x="616" y="1443"/>
                    </a:cubicBezTo>
                    <a:cubicBezTo>
                      <a:pt x="618" y="1441"/>
                      <a:pt x="620" y="1440"/>
                      <a:pt x="621" y="1439"/>
                    </a:cubicBezTo>
                    <a:cubicBezTo>
                      <a:pt x="651" y="1408"/>
                      <a:pt x="680" y="1377"/>
                      <a:pt x="717" y="1355"/>
                    </a:cubicBezTo>
                    <a:cubicBezTo>
                      <a:pt x="756" y="1330"/>
                      <a:pt x="800" y="1318"/>
                      <a:pt x="847" y="1322"/>
                    </a:cubicBezTo>
                    <a:cubicBezTo>
                      <a:pt x="850" y="1322"/>
                      <a:pt x="852" y="1323"/>
                      <a:pt x="858" y="1324"/>
                    </a:cubicBezTo>
                    <a:cubicBezTo>
                      <a:pt x="846" y="1346"/>
                      <a:pt x="836" y="1367"/>
                      <a:pt x="824" y="1387"/>
                    </a:cubicBezTo>
                    <a:cubicBezTo>
                      <a:pt x="803" y="1422"/>
                      <a:pt x="778" y="1454"/>
                      <a:pt x="746" y="1479"/>
                    </a:cubicBezTo>
                    <a:cubicBezTo>
                      <a:pt x="693" y="1520"/>
                      <a:pt x="635" y="1533"/>
                      <a:pt x="571" y="1510"/>
                    </a:cubicBezTo>
                    <a:cubicBezTo>
                      <a:pt x="555" y="1529"/>
                      <a:pt x="541" y="1548"/>
                      <a:pt x="525" y="1567"/>
                    </a:cubicBezTo>
                    <a:cubicBezTo>
                      <a:pt x="510" y="1585"/>
                      <a:pt x="494" y="1602"/>
                      <a:pt x="479" y="1621"/>
                    </a:cubicBezTo>
                    <a:cubicBezTo>
                      <a:pt x="482" y="1619"/>
                      <a:pt x="485" y="1617"/>
                      <a:pt x="489" y="1615"/>
                    </a:cubicBezTo>
                    <a:cubicBezTo>
                      <a:pt x="516" y="1598"/>
                      <a:pt x="543" y="1580"/>
                      <a:pt x="571" y="1565"/>
                    </a:cubicBezTo>
                    <a:cubicBezTo>
                      <a:pt x="610" y="1543"/>
                      <a:pt x="653" y="1530"/>
                      <a:pt x="699" y="1531"/>
                    </a:cubicBezTo>
                    <a:cubicBezTo>
                      <a:pt x="720" y="1532"/>
                      <a:pt x="741" y="1534"/>
                      <a:pt x="762" y="1543"/>
                    </a:cubicBezTo>
                    <a:cubicBezTo>
                      <a:pt x="752" y="1556"/>
                      <a:pt x="743" y="1569"/>
                      <a:pt x="733" y="1580"/>
                    </a:cubicBezTo>
                    <a:cubicBezTo>
                      <a:pt x="699" y="1619"/>
                      <a:pt x="663" y="1654"/>
                      <a:pt x="617" y="1678"/>
                    </a:cubicBezTo>
                    <a:cubicBezTo>
                      <a:pt x="563" y="1706"/>
                      <a:pt x="507" y="1717"/>
                      <a:pt x="448" y="1695"/>
                    </a:cubicBezTo>
                    <a:cubicBezTo>
                      <a:pt x="442" y="1693"/>
                      <a:pt x="437" y="1690"/>
                      <a:pt x="431" y="1687"/>
                    </a:cubicBezTo>
                    <a:cubicBezTo>
                      <a:pt x="426" y="1684"/>
                      <a:pt x="421" y="1681"/>
                      <a:pt x="418" y="1679"/>
                    </a:cubicBezTo>
                    <a:cubicBezTo>
                      <a:pt x="369" y="1714"/>
                      <a:pt x="322" y="1749"/>
                      <a:pt x="277" y="1781"/>
                    </a:cubicBezTo>
                    <a:cubicBezTo>
                      <a:pt x="286" y="1778"/>
                      <a:pt x="300" y="1772"/>
                      <a:pt x="313" y="1768"/>
                    </a:cubicBezTo>
                    <a:cubicBezTo>
                      <a:pt x="353" y="1753"/>
                      <a:pt x="394" y="1740"/>
                      <a:pt x="436" y="1733"/>
                    </a:cubicBezTo>
                    <a:cubicBezTo>
                      <a:pt x="482" y="1726"/>
                      <a:pt x="526" y="1729"/>
                      <a:pt x="569" y="1747"/>
                    </a:cubicBezTo>
                    <a:cubicBezTo>
                      <a:pt x="578" y="1750"/>
                      <a:pt x="585" y="1754"/>
                      <a:pt x="593" y="1758"/>
                    </a:cubicBezTo>
                    <a:cubicBezTo>
                      <a:pt x="595" y="1759"/>
                      <a:pt x="596" y="1760"/>
                      <a:pt x="598" y="1762"/>
                    </a:cubicBezTo>
                    <a:cubicBezTo>
                      <a:pt x="585" y="1772"/>
                      <a:pt x="572" y="1782"/>
                      <a:pt x="559" y="1792"/>
                    </a:cubicBezTo>
                    <a:cubicBezTo>
                      <a:pt x="517" y="1822"/>
                      <a:pt x="472" y="1848"/>
                      <a:pt x="423" y="1865"/>
                    </a:cubicBezTo>
                    <a:cubicBezTo>
                      <a:pt x="374" y="1881"/>
                      <a:pt x="325" y="1887"/>
                      <a:pt x="275" y="1874"/>
                    </a:cubicBezTo>
                    <a:cubicBezTo>
                      <a:pt x="245" y="1866"/>
                      <a:pt x="218" y="1852"/>
                      <a:pt x="197" y="1829"/>
                    </a:cubicBezTo>
                    <a:cubicBezTo>
                      <a:pt x="196" y="1827"/>
                      <a:pt x="194" y="1826"/>
                      <a:pt x="194" y="1826"/>
                    </a:cubicBezTo>
                    <a:cubicBezTo>
                      <a:pt x="159" y="1840"/>
                      <a:pt x="125" y="1855"/>
                      <a:pt x="91" y="1869"/>
                    </a:cubicBezTo>
                    <a:cubicBezTo>
                      <a:pt x="80" y="1874"/>
                      <a:pt x="68" y="1877"/>
                      <a:pt x="57" y="1881"/>
                    </a:cubicBezTo>
                    <a:cubicBezTo>
                      <a:pt x="51" y="1883"/>
                      <a:pt x="46" y="1885"/>
                      <a:pt x="43" y="1878"/>
                    </a:cubicBezTo>
                    <a:cubicBezTo>
                      <a:pt x="40" y="1871"/>
                      <a:pt x="46" y="1869"/>
                      <a:pt x="51" y="1867"/>
                    </a:cubicBezTo>
                    <a:cubicBezTo>
                      <a:pt x="94" y="1849"/>
                      <a:pt x="136" y="1832"/>
                      <a:pt x="178" y="1815"/>
                    </a:cubicBezTo>
                    <a:cubicBezTo>
                      <a:pt x="183" y="1813"/>
                      <a:pt x="185" y="1811"/>
                      <a:pt x="184" y="1805"/>
                    </a:cubicBezTo>
                    <a:cubicBezTo>
                      <a:pt x="170" y="1749"/>
                      <a:pt x="179" y="1696"/>
                      <a:pt x="207" y="1646"/>
                    </a:cubicBezTo>
                    <a:cubicBezTo>
                      <a:pt x="235" y="1595"/>
                      <a:pt x="270" y="1550"/>
                      <a:pt x="309" y="1508"/>
                    </a:cubicBezTo>
                    <a:cubicBezTo>
                      <a:pt x="310" y="1507"/>
                      <a:pt x="311" y="1507"/>
                      <a:pt x="312" y="1506"/>
                    </a:cubicBezTo>
                    <a:cubicBezTo>
                      <a:pt x="342" y="1541"/>
                      <a:pt x="358" y="1580"/>
                      <a:pt x="352" y="1627"/>
                    </a:cubicBezTo>
                    <a:cubicBezTo>
                      <a:pt x="347" y="1671"/>
                      <a:pt x="324" y="1706"/>
                      <a:pt x="295" y="1737"/>
                    </a:cubicBezTo>
                    <a:cubicBezTo>
                      <a:pt x="287" y="1746"/>
                      <a:pt x="278" y="1755"/>
                      <a:pt x="270" y="1764"/>
                    </a:cubicBezTo>
                    <a:cubicBezTo>
                      <a:pt x="317" y="1736"/>
                      <a:pt x="362" y="1703"/>
                      <a:pt x="402" y="1668"/>
                    </a:cubicBezTo>
                    <a:cubicBezTo>
                      <a:pt x="394" y="1646"/>
                      <a:pt x="385" y="1625"/>
                      <a:pt x="379" y="1604"/>
                    </a:cubicBezTo>
                    <a:cubicBezTo>
                      <a:pt x="369" y="1568"/>
                      <a:pt x="372" y="1531"/>
                      <a:pt x="382" y="1495"/>
                    </a:cubicBezTo>
                    <a:cubicBezTo>
                      <a:pt x="394" y="1450"/>
                      <a:pt x="412" y="1408"/>
                      <a:pt x="434" y="1368"/>
                    </a:cubicBezTo>
                    <a:cubicBezTo>
                      <a:pt x="435" y="1367"/>
                      <a:pt x="435" y="1366"/>
                      <a:pt x="436" y="1364"/>
                    </a:cubicBezTo>
                    <a:cubicBezTo>
                      <a:pt x="475" y="1391"/>
                      <a:pt x="500" y="1427"/>
                      <a:pt x="505" y="1474"/>
                    </a:cubicBezTo>
                    <a:cubicBezTo>
                      <a:pt x="510" y="1517"/>
                      <a:pt x="496" y="1555"/>
                      <a:pt x="475" y="1591"/>
                    </a:cubicBezTo>
                    <a:cubicBezTo>
                      <a:pt x="472" y="1596"/>
                      <a:pt x="469" y="1601"/>
                      <a:pt x="466" y="1606"/>
                    </a:cubicBezTo>
                    <a:cubicBezTo>
                      <a:pt x="467" y="1607"/>
                      <a:pt x="468" y="1608"/>
                      <a:pt x="469" y="1608"/>
                    </a:cubicBezTo>
                    <a:cubicBezTo>
                      <a:pt x="498" y="1573"/>
                      <a:pt x="527" y="1538"/>
                      <a:pt x="557" y="1503"/>
                    </a:cubicBezTo>
                    <a:cubicBezTo>
                      <a:pt x="549" y="1493"/>
                      <a:pt x="541" y="1485"/>
                      <a:pt x="535" y="1476"/>
                    </a:cubicBezTo>
                    <a:cubicBezTo>
                      <a:pt x="510" y="1443"/>
                      <a:pt x="496" y="1405"/>
                      <a:pt x="495" y="1364"/>
                    </a:cubicBezTo>
                    <a:cubicBezTo>
                      <a:pt x="493" y="1314"/>
                      <a:pt x="502" y="1266"/>
                      <a:pt x="516" y="1218"/>
                    </a:cubicBezTo>
                    <a:cubicBezTo>
                      <a:pt x="516" y="1218"/>
                      <a:pt x="516" y="1217"/>
                      <a:pt x="517" y="1216"/>
                    </a:cubicBezTo>
                    <a:cubicBezTo>
                      <a:pt x="558" y="1236"/>
                      <a:pt x="591" y="1263"/>
                      <a:pt x="606" y="1307"/>
                    </a:cubicBezTo>
                    <a:cubicBezTo>
                      <a:pt x="620" y="1351"/>
                      <a:pt x="613" y="1393"/>
                      <a:pt x="599" y="1435"/>
                    </a:cubicBezTo>
                    <a:cubicBezTo>
                      <a:pt x="600" y="1436"/>
                      <a:pt x="601" y="1436"/>
                      <a:pt x="602" y="1436"/>
                    </a:cubicBezTo>
                    <a:cubicBezTo>
                      <a:pt x="622" y="1397"/>
                      <a:pt x="642" y="1357"/>
                      <a:pt x="661" y="1318"/>
                    </a:cubicBezTo>
                    <a:cubicBezTo>
                      <a:pt x="646" y="1306"/>
                      <a:pt x="633" y="1295"/>
                      <a:pt x="620" y="1283"/>
                    </a:cubicBezTo>
                    <a:cubicBezTo>
                      <a:pt x="603" y="1265"/>
                      <a:pt x="591" y="1244"/>
                      <a:pt x="581" y="1221"/>
                    </a:cubicBezTo>
                    <a:cubicBezTo>
                      <a:pt x="561" y="1175"/>
                      <a:pt x="561" y="1127"/>
                      <a:pt x="561" y="1079"/>
                    </a:cubicBezTo>
                    <a:cubicBezTo>
                      <a:pt x="561" y="1073"/>
                      <a:pt x="562" y="1066"/>
                      <a:pt x="563" y="1059"/>
                    </a:cubicBezTo>
                    <a:cubicBezTo>
                      <a:pt x="606" y="1068"/>
                      <a:pt x="641" y="1090"/>
                      <a:pt x="664" y="1127"/>
                    </a:cubicBezTo>
                    <a:cubicBezTo>
                      <a:pt x="687" y="1165"/>
                      <a:pt x="688" y="1207"/>
                      <a:pt x="686" y="1249"/>
                    </a:cubicBezTo>
                    <a:cubicBezTo>
                      <a:pt x="692" y="1229"/>
                      <a:pt x="698" y="1208"/>
                      <a:pt x="703" y="1188"/>
                    </a:cubicBezTo>
                    <a:cubicBezTo>
                      <a:pt x="708" y="1169"/>
                      <a:pt x="711" y="1150"/>
                      <a:pt x="715" y="1131"/>
                    </a:cubicBezTo>
                    <a:cubicBezTo>
                      <a:pt x="716" y="1127"/>
                      <a:pt x="716" y="1124"/>
                      <a:pt x="712" y="1123"/>
                    </a:cubicBezTo>
                    <a:cubicBezTo>
                      <a:pt x="654" y="1099"/>
                      <a:pt x="618" y="1056"/>
                      <a:pt x="599" y="997"/>
                    </a:cubicBezTo>
                    <a:cubicBezTo>
                      <a:pt x="589" y="967"/>
                      <a:pt x="582" y="936"/>
                      <a:pt x="578" y="903"/>
                    </a:cubicBezTo>
                    <a:cubicBezTo>
                      <a:pt x="619" y="904"/>
                      <a:pt x="654" y="918"/>
                      <a:pt x="682" y="948"/>
                    </a:cubicBezTo>
                    <a:cubicBezTo>
                      <a:pt x="710" y="978"/>
                      <a:pt x="720" y="1015"/>
                      <a:pt x="726" y="1054"/>
                    </a:cubicBezTo>
                    <a:cubicBezTo>
                      <a:pt x="731" y="1018"/>
                      <a:pt x="732" y="982"/>
                      <a:pt x="731" y="946"/>
                    </a:cubicBezTo>
                    <a:cubicBezTo>
                      <a:pt x="716" y="940"/>
                      <a:pt x="701" y="936"/>
                      <a:pt x="687" y="930"/>
                    </a:cubicBezTo>
                    <a:cubicBezTo>
                      <a:pt x="648" y="912"/>
                      <a:pt x="621" y="882"/>
                      <a:pt x="601" y="845"/>
                    </a:cubicBezTo>
                    <a:cubicBezTo>
                      <a:pt x="588" y="820"/>
                      <a:pt x="578" y="794"/>
                      <a:pt x="566" y="769"/>
                    </a:cubicBezTo>
                    <a:cubicBezTo>
                      <a:pt x="565" y="766"/>
                      <a:pt x="564" y="763"/>
                      <a:pt x="563" y="759"/>
                    </a:cubicBezTo>
                    <a:cubicBezTo>
                      <a:pt x="602" y="754"/>
                      <a:pt x="637" y="762"/>
                      <a:pt x="667" y="784"/>
                    </a:cubicBezTo>
                    <a:cubicBezTo>
                      <a:pt x="698" y="807"/>
                      <a:pt x="715" y="839"/>
                      <a:pt x="727" y="874"/>
                    </a:cubicBezTo>
                    <a:cubicBezTo>
                      <a:pt x="727" y="874"/>
                      <a:pt x="728" y="874"/>
                      <a:pt x="729" y="873"/>
                    </a:cubicBezTo>
                    <a:cubicBezTo>
                      <a:pt x="724" y="839"/>
                      <a:pt x="719" y="805"/>
                      <a:pt x="715" y="772"/>
                    </a:cubicBezTo>
                    <a:cubicBezTo>
                      <a:pt x="702" y="770"/>
                      <a:pt x="690" y="769"/>
                      <a:pt x="679" y="766"/>
                    </a:cubicBezTo>
                    <a:cubicBezTo>
                      <a:pt x="644" y="759"/>
                      <a:pt x="616" y="741"/>
                      <a:pt x="591" y="716"/>
                    </a:cubicBezTo>
                    <a:cubicBezTo>
                      <a:pt x="566" y="690"/>
                      <a:pt x="546" y="660"/>
                      <a:pt x="529" y="628"/>
                    </a:cubicBezTo>
                    <a:cubicBezTo>
                      <a:pt x="528" y="627"/>
                      <a:pt x="528" y="625"/>
                      <a:pt x="526" y="622"/>
                    </a:cubicBezTo>
                    <a:cubicBezTo>
                      <a:pt x="561" y="613"/>
                      <a:pt x="594" y="615"/>
                      <a:pt x="626" y="631"/>
                    </a:cubicBezTo>
                    <a:cubicBezTo>
                      <a:pt x="659" y="647"/>
                      <a:pt x="679" y="674"/>
                      <a:pt x="698" y="704"/>
                    </a:cubicBezTo>
                    <a:cubicBezTo>
                      <a:pt x="694" y="691"/>
                      <a:pt x="690" y="678"/>
                      <a:pt x="686" y="666"/>
                    </a:cubicBezTo>
                    <a:cubicBezTo>
                      <a:pt x="681" y="650"/>
                      <a:pt x="675" y="634"/>
                      <a:pt x="669" y="618"/>
                    </a:cubicBezTo>
                    <a:cubicBezTo>
                      <a:pt x="668" y="616"/>
                      <a:pt x="665" y="613"/>
                      <a:pt x="663" y="613"/>
                    </a:cubicBezTo>
                    <a:cubicBezTo>
                      <a:pt x="600" y="619"/>
                      <a:pt x="552" y="593"/>
                      <a:pt x="511" y="549"/>
                    </a:cubicBezTo>
                    <a:cubicBezTo>
                      <a:pt x="497" y="534"/>
                      <a:pt x="483" y="517"/>
                      <a:pt x="469" y="501"/>
                    </a:cubicBezTo>
                    <a:cubicBezTo>
                      <a:pt x="500" y="487"/>
                      <a:pt x="531" y="485"/>
                      <a:pt x="562" y="494"/>
                    </a:cubicBezTo>
                    <a:cubicBezTo>
                      <a:pt x="594" y="504"/>
                      <a:pt x="617" y="524"/>
                      <a:pt x="639" y="547"/>
                    </a:cubicBezTo>
                    <a:cubicBezTo>
                      <a:pt x="633" y="536"/>
                      <a:pt x="628" y="525"/>
                      <a:pt x="621" y="513"/>
                    </a:cubicBezTo>
                    <a:cubicBezTo>
                      <a:pt x="615" y="501"/>
                      <a:pt x="607" y="488"/>
                      <a:pt x="600" y="475"/>
                    </a:cubicBezTo>
                    <a:cubicBezTo>
                      <a:pt x="598" y="473"/>
                      <a:pt x="594" y="471"/>
                      <a:pt x="592" y="471"/>
                    </a:cubicBezTo>
                    <a:cubicBezTo>
                      <a:pt x="545" y="482"/>
                      <a:pt x="503" y="473"/>
                      <a:pt x="464" y="446"/>
                    </a:cubicBezTo>
                    <a:cubicBezTo>
                      <a:pt x="441" y="430"/>
                      <a:pt x="421" y="412"/>
                      <a:pt x="399" y="394"/>
                    </a:cubicBezTo>
                    <a:cubicBezTo>
                      <a:pt x="398" y="394"/>
                      <a:pt x="398" y="392"/>
                      <a:pt x="397" y="391"/>
                    </a:cubicBezTo>
                    <a:cubicBezTo>
                      <a:pt x="429" y="369"/>
                      <a:pt x="490" y="356"/>
                      <a:pt x="556" y="410"/>
                    </a:cubicBezTo>
                    <a:cubicBezTo>
                      <a:pt x="548" y="400"/>
                      <a:pt x="541" y="390"/>
                      <a:pt x="534" y="380"/>
                    </a:cubicBezTo>
                    <a:cubicBezTo>
                      <a:pt x="526" y="370"/>
                      <a:pt x="518" y="361"/>
                      <a:pt x="510" y="351"/>
                    </a:cubicBezTo>
                    <a:cubicBezTo>
                      <a:pt x="490" y="359"/>
                      <a:pt x="470" y="363"/>
                      <a:pt x="448" y="362"/>
                    </a:cubicBezTo>
                    <a:cubicBezTo>
                      <a:pt x="417" y="360"/>
                      <a:pt x="389" y="347"/>
                      <a:pt x="361" y="332"/>
                    </a:cubicBezTo>
                    <a:cubicBezTo>
                      <a:pt x="345" y="323"/>
                      <a:pt x="330" y="312"/>
                      <a:pt x="312" y="301"/>
                    </a:cubicBezTo>
                    <a:cubicBezTo>
                      <a:pt x="335" y="283"/>
                      <a:pt x="359" y="275"/>
                      <a:pt x="387" y="275"/>
                    </a:cubicBezTo>
                    <a:cubicBezTo>
                      <a:pt x="414" y="275"/>
                      <a:pt x="438" y="285"/>
                      <a:pt x="462" y="297"/>
                    </a:cubicBezTo>
                    <a:cubicBezTo>
                      <a:pt x="456" y="291"/>
                      <a:pt x="449" y="285"/>
                      <a:pt x="443" y="279"/>
                    </a:cubicBezTo>
                    <a:cubicBezTo>
                      <a:pt x="436" y="272"/>
                      <a:pt x="429" y="267"/>
                      <a:pt x="423" y="260"/>
                    </a:cubicBezTo>
                    <a:cubicBezTo>
                      <a:pt x="417" y="253"/>
                      <a:pt x="412" y="252"/>
                      <a:pt x="402" y="256"/>
                    </a:cubicBezTo>
                    <a:cubicBezTo>
                      <a:pt x="376" y="269"/>
                      <a:pt x="348" y="271"/>
                      <a:pt x="320" y="265"/>
                    </a:cubicBezTo>
                    <a:cubicBezTo>
                      <a:pt x="286" y="257"/>
                      <a:pt x="254" y="243"/>
                      <a:pt x="222" y="225"/>
                    </a:cubicBezTo>
                    <a:cubicBezTo>
                      <a:pt x="264" y="185"/>
                      <a:pt x="310" y="188"/>
                      <a:pt x="360" y="206"/>
                    </a:cubicBezTo>
                    <a:cubicBezTo>
                      <a:pt x="344" y="195"/>
                      <a:pt x="328" y="183"/>
                      <a:pt x="312" y="172"/>
                    </a:cubicBezTo>
                    <a:cubicBezTo>
                      <a:pt x="311" y="171"/>
                      <a:pt x="308" y="171"/>
                      <a:pt x="306" y="172"/>
                    </a:cubicBezTo>
                    <a:cubicBezTo>
                      <a:pt x="272" y="196"/>
                      <a:pt x="235" y="196"/>
                      <a:pt x="197" y="187"/>
                    </a:cubicBezTo>
                    <a:cubicBezTo>
                      <a:pt x="174" y="181"/>
                      <a:pt x="151" y="173"/>
                      <a:pt x="127" y="166"/>
                    </a:cubicBezTo>
                    <a:cubicBezTo>
                      <a:pt x="142" y="145"/>
                      <a:pt x="161" y="134"/>
                      <a:pt x="184" y="130"/>
                    </a:cubicBezTo>
                    <a:cubicBezTo>
                      <a:pt x="207" y="126"/>
                      <a:pt x="230" y="129"/>
                      <a:pt x="252" y="134"/>
                    </a:cubicBezTo>
                    <a:cubicBezTo>
                      <a:pt x="230" y="121"/>
                      <a:pt x="208" y="108"/>
                      <a:pt x="180" y="104"/>
                    </a:cubicBezTo>
                    <a:cubicBezTo>
                      <a:pt x="113" y="94"/>
                      <a:pt x="56" y="63"/>
                      <a:pt x="3" y="21"/>
                    </a:cubicBezTo>
                    <a:cubicBezTo>
                      <a:pt x="2" y="21"/>
                      <a:pt x="2" y="20"/>
                      <a:pt x="0" y="17"/>
                    </a:cubicBezTo>
                    <a:cubicBezTo>
                      <a:pt x="16" y="17"/>
                      <a:pt x="30" y="16"/>
                      <a:pt x="44" y="17"/>
                    </a:cubicBezTo>
                    <a:cubicBezTo>
                      <a:pt x="106" y="20"/>
                      <a:pt x="161" y="39"/>
                      <a:pt x="204" y="84"/>
                    </a:cubicBezTo>
                    <a:cubicBezTo>
                      <a:pt x="222" y="102"/>
                      <a:pt x="246" y="109"/>
                      <a:pt x="265" y="123"/>
                    </a:cubicBezTo>
                    <a:cubicBezTo>
                      <a:pt x="255" y="110"/>
                      <a:pt x="244" y="98"/>
                      <a:pt x="235" y="86"/>
                    </a:cubicBezTo>
                    <a:cubicBezTo>
                      <a:pt x="215" y="60"/>
                      <a:pt x="208" y="32"/>
                      <a:pt x="216" y="0"/>
                    </a:cubicBezTo>
                    <a:cubicBezTo>
                      <a:pt x="217" y="0"/>
                      <a:pt x="217" y="0"/>
                      <a:pt x="218" y="0"/>
                    </a:cubicBezTo>
                    <a:cubicBezTo>
                      <a:pt x="221" y="2"/>
                      <a:pt x="225" y="4"/>
                      <a:pt x="229" y="7"/>
                    </a:cubicBezTo>
                    <a:cubicBezTo>
                      <a:pt x="255" y="22"/>
                      <a:pt x="280" y="40"/>
                      <a:pt x="300" y="63"/>
                    </a:cubicBezTo>
                    <a:cubicBezTo>
                      <a:pt x="319" y="85"/>
                      <a:pt x="332" y="110"/>
                      <a:pt x="325" y="138"/>
                    </a:cubicBezTo>
                    <a:cubicBezTo>
                      <a:pt x="320" y="155"/>
                      <a:pt x="325" y="163"/>
                      <a:pt x="338" y="171"/>
                    </a:cubicBezTo>
                    <a:cubicBezTo>
                      <a:pt x="352" y="180"/>
                      <a:pt x="365" y="191"/>
                      <a:pt x="379" y="201"/>
                    </a:cubicBezTo>
                    <a:cubicBezTo>
                      <a:pt x="347" y="158"/>
                      <a:pt x="319" y="115"/>
                      <a:pt x="341" y="59"/>
                    </a:cubicBezTo>
                    <a:cubicBezTo>
                      <a:pt x="343" y="59"/>
                      <a:pt x="344" y="59"/>
                      <a:pt x="345" y="60"/>
                    </a:cubicBezTo>
                    <a:cubicBezTo>
                      <a:pt x="375" y="81"/>
                      <a:pt x="403" y="106"/>
                      <a:pt x="423" y="138"/>
                    </a:cubicBezTo>
                    <a:cubicBezTo>
                      <a:pt x="436" y="160"/>
                      <a:pt x="443" y="184"/>
                      <a:pt x="437" y="209"/>
                    </a:cubicBezTo>
                    <a:cubicBezTo>
                      <a:pt x="435" y="220"/>
                      <a:pt x="430" y="230"/>
                      <a:pt x="428" y="238"/>
                    </a:cubicBezTo>
                    <a:cubicBezTo>
                      <a:pt x="447" y="258"/>
                      <a:pt x="465" y="278"/>
                      <a:pt x="483" y="297"/>
                    </a:cubicBezTo>
                    <a:cubicBezTo>
                      <a:pt x="480" y="288"/>
                      <a:pt x="476" y="280"/>
                      <a:pt x="472" y="272"/>
                    </a:cubicBezTo>
                    <a:cubicBezTo>
                      <a:pt x="457" y="243"/>
                      <a:pt x="446" y="214"/>
                      <a:pt x="451" y="180"/>
                    </a:cubicBezTo>
                    <a:cubicBezTo>
                      <a:pt x="453" y="165"/>
                      <a:pt x="458" y="150"/>
                      <a:pt x="467" y="137"/>
                    </a:cubicBezTo>
                    <a:cubicBezTo>
                      <a:pt x="470" y="139"/>
                      <a:pt x="472" y="141"/>
                      <a:pt x="475" y="143"/>
                    </a:cubicBezTo>
                    <a:cubicBezTo>
                      <a:pt x="498" y="166"/>
                      <a:pt x="519" y="191"/>
                      <a:pt x="534" y="221"/>
                    </a:cubicBezTo>
                    <a:cubicBezTo>
                      <a:pt x="546" y="246"/>
                      <a:pt x="553" y="272"/>
                      <a:pt x="545" y="300"/>
                    </a:cubicBezTo>
                    <a:cubicBezTo>
                      <a:pt x="541" y="315"/>
                      <a:pt x="533" y="329"/>
                      <a:pt x="526" y="344"/>
                    </a:cubicBezTo>
                    <a:cubicBezTo>
                      <a:pt x="542" y="365"/>
                      <a:pt x="560" y="389"/>
                      <a:pt x="578" y="412"/>
                    </a:cubicBezTo>
                    <a:cubicBezTo>
                      <a:pt x="577" y="406"/>
                      <a:pt x="575" y="402"/>
                      <a:pt x="573" y="398"/>
                    </a:cubicBezTo>
                    <a:cubicBezTo>
                      <a:pt x="569" y="385"/>
                      <a:pt x="565" y="372"/>
                      <a:pt x="561" y="359"/>
                    </a:cubicBezTo>
                    <a:cubicBezTo>
                      <a:pt x="554" y="329"/>
                      <a:pt x="554" y="299"/>
                      <a:pt x="565" y="270"/>
                    </a:cubicBezTo>
                    <a:cubicBezTo>
                      <a:pt x="570" y="258"/>
                      <a:pt x="578" y="247"/>
                      <a:pt x="588" y="238"/>
                    </a:cubicBezTo>
                    <a:cubicBezTo>
                      <a:pt x="616" y="272"/>
                      <a:pt x="638" y="309"/>
                      <a:pt x="648" y="352"/>
                    </a:cubicBezTo>
                    <a:cubicBezTo>
                      <a:pt x="654" y="380"/>
                      <a:pt x="651" y="408"/>
                      <a:pt x="636" y="433"/>
                    </a:cubicBezTo>
                    <a:cubicBezTo>
                      <a:pt x="630" y="444"/>
                      <a:pt x="621" y="454"/>
                      <a:pt x="613" y="464"/>
                    </a:cubicBezTo>
                    <a:cubicBezTo>
                      <a:pt x="627" y="491"/>
                      <a:pt x="643" y="519"/>
                      <a:pt x="659" y="549"/>
                    </a:cubicBezTo>
                    <a:cubicBezTo>
                      <a:pt x="657" y="539"/>
                      <a:pt x="655" y="531"/>
                      <a:pt x="654" y="522"/>
                    </a:cubicBezTo>
                    <a:cubicBezTo>
                      <a:pt x="650" y="493"/>
                      <a:pt x="647" y="464"/>
                      <a:pt x="655" y="435"/>
                    </a:cubicBezTo>
                    <a:cubicBezTo>
                      <a:pt x="663" y="408"/>
                      <a:pt x="676" y="385"/>
                      <a:pt x="699" y="366"/>
                    </a:cubicBezTo>
                    <a:cubicBezTo>
                      <a:pt x="701" y="370"/>
                      <a:pt x="703" y="372"/>
                      <a:pt x="704" y="375"/>
                    </a:cubicBezTo>
                    <a:cubicBezTo>
                      <a:pt x="712" y="393"/>
                      <a:pt x="721" y="411"/>
                      <a:pt x="727" y="429"/>
                    </a:cubicBezTo>
                    <a:cubicBezTo>
                      <a:pt x="737" y="456"/>
                      <a:pt x="743" y="484"/>
                      <a:pt x="741" y="514"/>
                    </a:cubicBezTo>
                    <a:cubicBezTo>
                      <a:pt x="737" y="554"/>
                      <a:pt x="718" y="585"/>
                      <a:pt x="683" y="607"/>
                    </a:cubicBezTo>
                    <a:cubicBezTo>
                      <a:pt x="694" y="639"/>
                      <a:pt x="705" y="671"/>
                      <a:pt x="716" y="705"/>
                    </a:cubicBezTo>
                    <a:cubicBezTo>
                      <a:pt x="713" y="630"/>
                      <a:pt x="721" y="562"/>
                      <a:pt x="790" y="517"/>
                    </a:cubicBezTo>
                    <a:cubicBezTo>
                      <a:pt x="791" y="519"/>
                      <a:pt x="792" y="521"/>
                      <a:pt x="793" y="522"/>
                    </a:cubicBezTo>
                    <a:cubicBezTo>
                      <a:pt x="806" y="558"/>
                      <a:pt x="813" y="595"/>
                      <a:pt x="813" y="633"/>
                    </a:cubicBezTo>
                    <a:cubicBezTo>
                      <a:pt x="814" y="673"/>
                      <a:pt x="804" y="710"/>
                      <a:pt x="774" y="739"/>
                    </a:cubicBezTo>
                    <a:cubicBezTo>
                      <a:pt x="761" y="751"/>
                      <a:pt x="746" y="759"/>
                      <a:pt x="731" y="770"/>
                    </a:cubicBezTo>
                    <a:cubicBezTo>
                      <a:pt x="736" y="803"/>
                      <a:pt x="741" y="839"/>
                      <a:pt x="745" y="872"/>
                    </a:cubicBezTo>
                    <a:cubicBezTo>
                      <a:pt x="750" y="853"/>
                      <a:pt x="754" y="831"/>
                      <a:pt x="760" y="810"/>
                    </a:cubicBezTo>
                    <a:cubicBezTo>
                      <a:pt x="772" y="763"/>
                      <a:pt x="798" y="726"/>
                      <a:pt x="840" y="701"/>
                    </a:cubicBezTo>
                    <a:cubicBezTo>
                      <a:pt x="846" y="697"/>
                      <a:pt x="852" y="695"/>
                      <a:pt x="859" y="692"/>
                    </a:cubicBezTo>
                    <a:cubicBezTo>
                      <a:pt x="860" y="694"/>
                      <a:pt x="861" y="696"/>
                      <a:pt x="861" y="698"/>
                    </a:cubicBezTo>
                    <a:cubicBezTo>
                      <a:pt x="868" y="740"/>
                      <a:pt x="869" y="782"/>
                      <a:pt x="861" y="823"/>
                    </a:cubicBezTo>
                    <a:cubicBezTo>
                      <a:pt x="852" y="866"/>
                      <a:pt x="833" y="902"/>
                      <a:pt x="796" y="925"/>
                    </a:cubicBezTo>
                    <a:cubicBezTo>
                      <a:pt x="781" y="934"/>
                      <a:pt x="765" y="939"/>
                      <a:pt x="749" y="946"/>
                    </a:cubicBezTo>
                    <a:cubicBezTo>
                      <a:pt x="747" y="982"/>
                      <a:pt x="746" y="1019"/>
                      <a:pt x="744" y="1057"/>
                    </a:cubicBezTo>
                    <a:cubicBezTo>
                      <a:pt x="745" y="1054"/>
                      <a:pt x="746" y="1052"/>
                      <a:pt x="746" y="1050"/>
                    </a:cubicBezTo>
                    <a:cubicBezTo>
                      <a:pt x="755" y="1030"/>
                      <a:pt x="762" y="1010"/>
                      <a:pt x="771" y="990"/>
                    </a:cubicBezTo>
                    <a:cubicBezTo>
                      <a:pt x="789" y="953"/>
                      <a:pt x="814" y="923"/>
                      <a:pt x="849" y="902"/>
                    </a:cubicBezTo>
                    <a:cubicBezTo>
                      <a:pt x="864" y="893"/>
                      <a:pt x="880" y="886"/>
                      <a:pt x="898" y="883"/>
                    </a:cubicBezTo>
                    <a:cubicBezTo>
                      <a:pt x="898" y="885"/>
                      <a:pt x="898" y="886"/>
                      <a:pt x="898" y="887"/>
                    </a:cubicBezTo>
                    <a:cubicBezTo>
                      <a:pt x="898" y="935"/>
                      <a:pt x="891" y="983"/>
                      <a:pt x="872" y="1027"/>
                    </a:cubicBezTo>
                    <a:cubicBezTo>
                      <a:pt x="846" y="1086"/>
                      <a:pt x="804" y="1122"/>
                      <a:pt x="738" y="1127"/>
                    </a:cubicBezTo>
                    <a:cubicBezTo>
                      <a:pt x="732" y="1127"/>
                      <a:pt x="732" y="1131"/>
                      <a:pt x="731" y="1135"/>
                    </a:cubicBezTo>
                    <a:cubicBezTo>
                      <a:pt x="723" y="1170"/>
                      <a:pt x="714" y="1204"/>
                      <a:pt x="706" y="1238"/>
                    </a:cubicBezTo>
                    <a:cubicBezTo>
                      <a:pt x="705" y="1241"/>
                      <a:pt x="704" y="1244"/>
                      <a:pt x="704" y="1247"/>
                    </a:cubicBezTo>
                    <a:cubicBezTo>
                      <a:pt x="708" y="1244"/>
                      <a:pt x="710" y="1240"/>
                      <a:pt x="712" y="1236"/>
                    </a:cubicBezTo>
                    <a:cubicBezTo>
                      <a:pt x="734" y="1201"/>
                      <a:pt x="757" y="1167"/>
                      <a:pt x="789" y="1141"/>
                    </a:cubicBezTo>
                    <a:cubicBezTo>
                      <a:pt x="822" y="1116"/>
                      <a:pt x="858" y="1100"/>
                      <a:pt x="900" y="1099"/>
                    </a:cubicBezTo>
                    <a:cubicBezTo>
                      <a:pt x="900" y="1101"/>
                      <a:pt x="900" y="1104"/>
                      <a:pt x="900" y="1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Freeform 1267"/>
              <p:cNvSpPr/>
              <p:nvPr/>
            </p:nvSpPr>
            <p:spPr bwMode="auto">
              <a:xfrm>
                <a:off x="778431" y="2285369"/>
                <a:ext cx="474348" cy="977295"/>
              </a:xfrm>
              <a:custGeom>
                <a:avLst/>
                <a:gdLst>
                  <a:gd name="T0" fmla="*/ 165 w 918"/>
                  <a:gd name="T1" fmla="*/ 1085 h 1891"/>
                  <a:gd name="T2" fmla="*/ 26 w 918"/>
                  <a:gd name="T3" fmla="*/ 731 h 1891"/>
                  <a:gd name="T4" fmla="*/ 152 w 918"/>
                  <a:gd name="T5" fmla="*/ 898 h 1891"/>
                  <a:gd name="T6" fmla="*/ 82 w 918"/>
                  <a:gd name="T7" fmla="*/ 555 h 1891"/>
                  <a:gd name="T8" fmla="*/ 164 w 918"/>
                  <a:gd name="T9" fmla="*/ 607 h 1891"/>
                  <a:gd name="T10" fmla="*/ 218 w 918"/>
                  <a:gd name="T11" fmla="*/ 572 h 1891"/>
                  <a:gd name="T12" fmla="*/ 268 w 918"/>
                  <a:gd name="T13" fmla="*/ 258 h 1891"/>
                  <a:gd name="T14" fmla="*/ 337 w 918"/>
                  <a:gd name="T15" fmla="*/ 359 h 1891"/>
                  <a:gd name="T16" fmla="*/ 400 w 918"/>
                  <a:gd name="T17" fmla="*/ 195 h 1891"/>
                  <a:gd name="T18" fmla="*/ 414 w 918"/>
                  <a:gd name="T19" fmla="*/ 218 h 1891"/>
                  <a:gd name="T20" fmla="*/ 473 w 918"/>
                  <a:gd name="T21" fmla="*/ 209 h 1891"/>
                  <a:gd name="T22" fmla="*/ 534 w 918"/>
                  <a:gd name="T23" fmla="*/ 80 h 1891"/>
                  <a:gd name="T24" fmla="*/ 634 w 918"/>
                  <a:gd name="T25" fmla="*/ 88 h 1891"/>
                  <a:gd name="T26" fmla="*/ 643 w 918"/>
                  <a:gd name="T27" fmla="*/ 107 h 1891"/>
                  <a:gd name="T28" fmla="*/ 688 w 918"/>
                  <a:gd name="T29" fmla="*/ 173 h 1891"/>
                  <a:gd name="T30" fmla="*/ 494 w 918"/>
                  <a:gd name="T31" fmla="*/ 214 h 1891"/>
                  <a:gd name="T32" fmla="*/ 447 w 918"/>
                  <a:gd name="T33" fmla="*/ 264 h 1891"/>
                  <a:gd name="T34" fmla="*/ 545 w 918"/>
                  <a:gd name="T35" fmla="*/ 305 h 1891"/>
                  <a:gd name="T36" fmla="*/ 347 w 918"/>
                  <a:gd name="T37" fmla="*/ 373 h 1891"/>
                  <a:gd name="T38" fmla="*/ 405 w 918"/>
                  <a:gd name="T39" fmla="*/ 459 h 1891"/>
                  <a:gd name="T40" fmla="*/ 237 w 918"/>
                  <a:gd name="T41" fmla="*/ 570 h 1891"/>
                  <a:gd name="T42" fmla="*/ 327 w 918"/>
                  <a:gd name="T43" fmla="*/ 601 h 1891"/>
                  <a:gd name="T44" fmla="*/ 190 w 918"/>
                  <a:gd name="T45" fmla="*/ 730 h 1891"/>
                  <a:gd name="T46" fmla="*/ 274 w 918"/>
                  <a:gd name="T47" fmla="*/ 758 h 1891"/>
                  <a:gd name="T48" fmla="*/ 187 w 918"/>
                  <a:gd name="T49" fmla="*/ 858 h 1891"/>
                  <a:gd name="T50" fmla="*/ 318 w 918"/>
                  <a:gd name="T51" fmla="*/ 805 h 1891"/>
                  <a:gd name="T52" fmla="*/ 181 w 918"/>
                  <a:gd name="T53" fmla="*/ 1083 h 1891"/>
                  <a:gd name="T54" fmla="*/ 321 w 918"/>
                  <a:gd name="T55" fmla="*/ 922 h 1891"/>
                  <a:gd name="T56" fmla="*/ 199 w 918"/>
                  <a:gd name="T57" fmla="*/ 1160 h 1891"/>
                  <a:gd name="T58" fmla="*/ 342 w 918"/>
                  <a:gd name="T59" fmla="*/ 1078 h 1891"/>
                  <a:gd name="T60" fmla="*/ 271 w 918"/>
                  <a:gd name="T61" fmla="*/ 1334 h 1891"/>
                  <a:gd name="T62" fmla="*/ 390 w 918"/>
                  <a:gd name="T63" fmla="*/ 1237 h 1891"/>
                  <a:gd name="T64" fmla="*/ 384 w 918"/>
                  <a:gd name="T65" fmla="*/ 1513 h 1891"/>
                  <a:gd name="T66" fmla="*/ 430 w 918"/>
                  <a:gd name="T67" fmla="*/ 1513 h 1891"/>
                  <a:gd name="T68" fmla="*/ 541 w 918"/>
                  <a:gd name="T69" fmla="*/ 1674 h 1891"/>
                  <a:gd name="T70" fmla="*/ 624 w 918"/>
                  <a:gd name="T71" fmla="*/ 1508 h 1891"/>
                  <a:gd name="T72" fmla="*/ 776 w 918"/>
                  <a:gd name="T73" fmla="*/ 1808 h 1891"/>
                  <a:gd name="T74" fmla="*/ 903 w 918"/>
                  <a:gd name="T75" fmla="*/ 1868 h 1891"/>
                  <a:gd name="T76" fmla="*/ 654 w 918"/>
                  <a:gd name="T77" fmla="*/ 1881 h 1891"/>
                  <a:gd name="T78" fmla="*/ 397 w 918"/>
                  <a:gd name="T79" fmla="*/ 1758 h 1891"/>
                  <a:gd name="T80" fmla="*/ 538 w 918"/>
                  <a:gd name="T81" fmla="*/ 1691 h 1891"/>
                  <a:gd name="T82" fmla="*/ 185 w 918"/>
                  <a:gd name="T83" fmla="*/ 1581 h 1891"/>
                  <a:gd name="T84" fmla="*/ 460 w 918"/>
                  <a:gd name="T85" fmla="*/ 1631 h 1891"/>
                  <a:gd name="T86" fmla="*/ 361 w 918"/>
                  <a:gd name="T87" fmla="*/ 1529 h 1891"/>
                  <a:gd name="T88" fmla="*/ 70 w 918"/>
                  <a:gd name="T89" fmla="*/ 1358 h 1891"/>
                  <a:gd name="T90" fmla="*/ 316 w 918"/>
                  <a:gd name="T91" fmla="*/ 1463 h 1891"/>
                  <a:gd name="T92" fmla="*/ 13 w 918"/>
                  <a:gd name="T93" fmla="*/ 1142 h 1891"/>
                  <a:gd name="T94" fmla="*/ 217 w 918"/>
                  <a:gd name="T95" fmla="*/ 1275 h 1891"/>
                  <a:gd name="T96" fmla="*/ 2 w 918"/>
                  <a:gd name="T97" fmla="*/ 945 h 1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8" h="1891">
                    <a:moveTo>
                      <a:pt x="0" y="922"/>
                    </a:moveTo>
                    <a:cubicBezTo>
                      <a:pt x="27" y="924"/>
                      <a:pt x="51" y="936"/>
                      <a:pt x="73" y="951"/>
                    </a:cubicBezTo>
                    <a:cubicBezTo>
                      <a:pt x="107" y="975"/>
                      <a:pt x="129" y="1009"/>
                      <a:pt x="147" y="1046"/>
                    </a:cubicBezTo>
                    <a:cubicBezTo>
                      <a:pt x="153" y="1058"/>
                      <a:pt x="159" y="1071"/>
                      <a:pt x="165" y="1085"/>
                    </a:cubicBezTo>
                    <a:cubicBezTo>
                      <a:pt x="161" y="1047"/>
                      <a:pt x="157" y="1010"/>
                      <a:pt x="153" y="974"/>
                    </a:cubicBezTo>
                    <a:cubicBezTo>
                      <a:pt x="141" y="971"/>
                      <a:pt x="129" y="968"/>
                      <a:pt x="117" y="963"/>
                    </a:cubicBezTo>
                    <a:cubicBezTo>
                      <a:pt x="72" y="944"/>
                      <a:pt x="47" y="908"/>
                      <a:pt x="34" y="862"/>
                    </a:cubicBezTo>
                    <a:cubicBezTo>
                      <a:pt x="22" y="819"/>
                      <a:pt x="21" y="775"/>
                      <a:pt x="26" y="731"/>
                    </a:cubicBezTo>
                    <a:cubicBezTo>
                      <a:pt x="26" y="731"/>
                      <a:pt x="26" y="730"/>
                      <a:pt x="27" y="729"/>
                    </a:cubicBezTo>
                    <a:cubicBezTo>
                      <a:pt x="31" y="730"/>
                      <a:pt x="35" y="731"/>
                      <a:pt x="38" y="732"/>
                    </a:cubicBezTo>
                    <a:cubicBezTo>
                      <a:pt x="78" y="750"/>
                      <a:pt x="108" y="779"/>
                      <a:pt x="124" y="819"/>
                    </a:cubicBezTo>
                    <a:cubicBezTo>
                      <a:pt x="135" y="845"/>
                      <a:pt x="144" y="874"/>
                      <a:pt x="152" y="898"/>
                    </a:cubicBezTo>
                    <a:cubicBezTo>
                      <a:pt x="155" y="867"/>
                      <a:pt x="157" y="832"/>
                      <a:pt x="160" y="796"/>
                    </a:cubicBezTo>
                    <a:cubicBezTo>
                      <a:pt x="142" y="789"/>
                      <a:pt x="125" y="780"/>
                      <a:pt x="110" y="766"/>
                    </a:cubicBezTo>
                    <a:cubicBezTo>
                      <a:pt x="86" y="742"/>
                      <a:pt x="73" y="712"/>
                      <a:pt x="70" y="679"/>
                    </a:cubicBezTo>
                    <a:cubicBezTo>
                      <a:pt x="65" y="637"/>
                      <a:pt x="71" y="596"/>
                      <a:pt x="82" y="555"/>
                    </a:cubicBezTo>
                    <a:cubicBezTo>
                      <a:pt x="82" y="554"/>
                      <a:pt x="83" y="552"/>
                      <a:pt x="84" y="549"/>
                    </a:cubicBezTo>
                    <a:cubicBezTo>
                      <a:pt x="156" y="590"/>
                      <a:pt x="168" y="658"/>
                      <a:pt x="171" y="732"/>
                    </a:cubicBezTo>
                    <a:cubicBezTo>
                      <a:pt x="180" y="698"/>
                      <a:pt x="188" y="666"/>
                      <a:pt x="196" y="635"/>
                    </a:cubicBezTo>
                    <a:cubicBezTo>
                      <a:pt x="185" y="626"/>
                      <a:pt x="173" y="617"/>
                      <a:pt x="164" y="607"/>
                    </a:cubicBezTo>
                    <a:cubicBezTo>
                      <a:pt x="138" y="580"/>
                      <a:pt x="130" y="547"/>
                      <a:pt x="132" y="511"/>
                    </a:cubicBezTo>
                    <a:cubicBezTo>
                      <a:pt x="135" y="471"/>
                      <a:pt x="146" y="434"/>
                      <a:pt x="163" y="398"/>
                    </a:cubicBezTo>
                    <a:cubicBezTo>
                      <a:pt x="164" y="397"/>
                      <a:pt x="165" y="396"/>
                      <a:pt x="166" y="394"/>
                    </a:cubicBezTo>
                    <a:cubicBezTo>
                      <a:pt x="227" y="441"/>
                      <a:pt x="227" y="505"/>
                      <a:pt x="218" y="572"/>
                    </a:cubicBezTo>
                    <a:cubicBezTo>
                      <a:pt x="232" y="543"/>
                      <a:pt x="245" y="514"/>
                      <a:pt x="258" y="485"/>
                    </a:cubicBezTo>
                    <a:cubicBezTo>
                      <a:pt x="258" y="485"/>
                      <a:pt x="258" y="484"/>
                      <a:pt x="258" y="484"/>
                    </a:cubicBezTo>
                    <a:cubicBezTo>
                      <a:pt x="219" y="453"/>
                      <a:pt x="208" y="413"/>
                      <a:pt x="218" y="366"/>
                    </a:cubicBezTo>
                    <a:cubicBezTo>
                      <a:pt x="226" y="326"/>
                      <a:pt x="245" y="292"/>
                      <a:pt x="268" y="258"/>
                    </a:cubicBezTo>
                    <a:cubicBezTo>
                      <a:pt x="273" y="264"/>
                      <a:pt x="278" y="268"/>
                      <a:pt x="281" y="273"/>
                    </a:cubicBezTo>
                    <a:cubicBezTo>
                      <a:pt x="305" y="307"/>
                      <a:pt x="308" y="345"/>
                      <a:pt x="300" y="384"/>
                    </a:cubicBezTo>
                    <a:cubicBezTo>
                      <a:pt x="297" y="400"/>
                      <a:pt x="292" y="415"/>
                      <a:pt x="288" y="432"/>
                    </a:cubicBezTo>
                    <a:cubicBezTo>
                      <a:pt x="305" y="407"/>
                      <a:pt x="321" y="383"/>
                      <a:pt x="337" y="359"/>
                    </a:cubicBezTo>
                    <a:cubicBezTo>
                      <a:pt x="324" y="345"/>
                      <a:pt x="314" y="329"/>
                      <a:pt x="311" y="309"/>
                    </a:cubicBezTo>
                    <a:cubicBezTo>
                      <a:pt x="307" y="287"/>
                      <a:pt x="309" y="266"/>
                      <a:pt x="317" y="246"/>
                    </a:cubicBezTo>
                    <a:cubicBezTo>
                      <a:pt x="331" y="210"/>
                      <a:pt x="354" y="179"/>
                      <a:pt x="381" y="151"/>
                    </a:cubicBezTo>
                    <a:cubicBezTo>
                      <a:pt x="391" y="164"/>
                      <a:pt x="397" y="179"/>
                      <a:pt x="400" y="195"/>
                    </a:cubicBezTo>
                    <a:cubicBezTo>
                      <a:pt x="407" y="228"/>
                      <a:pt x="397" y="258"/>
                      <a:pt x="384" y="288"/>
                    </a:cubicBezTo>
                    <a:cubicBezTo>
                      <a:pt x="381" y="296"/>
                      <a:pt x="377" y="303"/>
                      <a:pt x="374" y="312"/>
                    </a:cubicBezTo>
                    <a:cubicBezTo>
                      <a:pt x="392" y="292"/>
                      <a:pt x="410" y="272"/>
                      <a:pt x="428" y="253"/>
                    </a:cubicBezTo>
                    <a:cubicBezTo>
                      <a:pt x="423" y="241"/>
                      <a:pt x="417" y="230"/>
                      <a:pt x="414" y="218"/>
                    </a:cubicBezTo>
                    <a:cubicBezTo>
                      <a:pt x="407" y="187"/>
                      <a:pt x="418" y="160"/>
                      <a:pt x="435" y="134"/>
                    </a:cubicBezTo>
                    <a:cubicBezTo>
                      <a:pt x="451" y="109"/>
                      <a:pt x="472" y="88"/>
                      <a:pt x="495" y="69"/>
                    </a:cubicBezTo>
                    <a:cubicBezTo>
                      <a:pt x="496" y="68"/>
                      <a:pt x="498" y="67"/>
                      <a:pt x="501" y="65"/>
                    </a:cubicBezTo>
                    <a:cubicBezTo>
                      <a:pt x="527" y="120"/>
                      <a:pt x="502" y="165"/>
                      <a:pt x="473" y="209"/>
                    </a:cubicBezTo>
                    <a:cubicBezTo>
                      <a:pt x="475" y="208"/>
                      <a:pt x="476" y="207"/>
                      <a:pt x="477" y="206"/>
                    </a:cubicBezTo>
                    <a:cubicBezTo>
                      <a:pt x="493" y="194"/>
                      <a:pt x="508" y="181"/>
                      <a:pt x="523" y="168"/>
                    </a:cubicBezTo>
                    <a:cubicBezTo>
                      <a:pt x="527" y="165"/>
                      <a:pt x="529" y="162"/>
                      <a:pt x="526" y="156"/>
                    </a:cubicBezTo>
                    <a:cubicBezTo>
                      <a:pt x="515" y="129"/>
                      <a:pt x="520" y="104"/>
                      <a:pt x="534" y="80"/>
                    </a:cubicBezTo>
                    <a:cubicBezTo>
                      <a:pt x="549" y="54"/>
                      <a:pt x="593" y="14"/>
                      <a:pt x="622" y="0"/>
                    </a:cubicBezTo>
                    <a:cubicBezTo>
                      <a:pt x="631" y="23"/>
                      <a:pt x="630" y="46"/>
                      <a:pt x="620" y="66"/>
                    </a:cubicBezTo>
                    <a:cubicBezTo>
                      <a:pt x="610" y="86"/>
                      <a:pt x="596" y="105"/>
                      <a:pt x="583" y="126"/>
                    </a:cubicBezTo>
                    <a:cubicBezTo>
                      <a:pt x="601" y="113"/>
                      <a:pt x="620" y="103"/>
                      <a:pt x="634" y="88"/>
                    </a:cubicBezTo>
                    <a:cubicBezTo>
                      <a:pt x="676" y="41"/>
                      <a:pt x="728" y="14"/>
                      <a:pt x="789" y="7"/>
                    </a:cubicBezTo>
                    <a:cubicBezTo>
                      <a:pt x="805" y="5"/>
                      <a:pt x="821" y="5"/>
                      <a:pt x="840" y="4"/>
                    </a:cubicBezTo>
                    <a:cubicBezTo>
                      <a:pt x="837" y="7"/>
                      <a:pt x="836" y="9"/>
                      <a:pt x="835" y="10"/>
                    </a:cubicBezTo>
                    <a:cubicBezTo>
                      <a:pt x="780" y="60"/>
                      <a:pt x="717" y="94"/>
                      <a:pt x="643" y="107"/>
                    </a:cubicBezTo>
                    <a:cubicBezTo>
                      <a:pt x="641" y="107"/>
                      <a:pt x="639" y="108"/>
                      <a:pt x="637" y="109"/>
                    </a:cubicBezTo>
                    <a:cubicBezTo>
                      <a:pt x="622" y="118"/>
                      <a:pt x="608" y="127"/>
                      <a:pt x="594" y="136"/>
                    </a:cubicBezTo>
                    <a:cubicBezTo>
                      <a:pt x="640" y="122"/>
                      <a:pt x="684" y="119"/>
                      <a:pt x="722" y="159"/>
                    </a:cubicBezTo>
                    <a:cubicBezTo>
                      <a:pt x="710" y="164"/>
                      <a:pt x="699" y="169"/>
                      <a:pt x="688" y="173"/>
                    </a:cubicBezTo>
                    <a:cubicBezTo>
                      <a:pt x="658" y="185"/>
                      <a:pt x="627" y="195"/>
                      <a:pt x="593" y="193"/>
                    </a:cubicBezTo>
                    <a:cubicBezTo>
                      <a:pt x="576" y="192"/>
                      <a:pt x="561" y="187"/>
                      <a:pt x="546" y="178"/>
                    </a:cubicBezTo>
                    <a:cubicBezTo>
                      <a:pt x="542" y="175"/>
                      <a:pt x="539" y="176"/>
                      <a:pt x="534" y="179"/>
                    </a:cubicBezTo>
                    <a:cubicBezTo>
                      <a:pt x="521" y="191"/>
                      <a:pt x="507" y="202"/>
                      <a:pt x="494" y="214"/>
                    </a:cubicBezTo>
                    <a:cubicBezTo>
                      <a:pt x="541" y="193"/>
                      <a:pt x="587" y="188"/>
                      <a:pt x="632" y="225"/>
                    </a:cubicBezTo>
                    <a:cubicBezTo>
                      <a:pt x="615" y="234"/>
                      <a:pt x="601" y="243"/>
                      <a:pt x="585" y="250"/>
                    </a:cubicBezTo>
                    <a:cubicBezTo>
                      <a:pt x="563" y="261"/>
                      <a:pt x="540" y="271"/>
                      <a:pt x="515" y="274"/>
                    </a:cubicBezTo>
                    <a:cubicBezTo>
                      <a:pt x="491" y="277"/>
                      <a:pt x="469" y="274"/>
                      <a:pt x="447" y="264"/>
                    </a:cubicBezTo>
                    <a:cubicBezTo>
                      <a:pt x="445" y="263"/>
                      <a:pt x="440" y="264"/>
                      <a:pt x="439" y="265"/>
                    </a:cubicBezTo>
                    <a:cubicBezTo>
                      <a:pt x="425" y="280"/>
                      <a:pt x="411" y="295"/>
                      <a:pt x="397" y="311"/>
                    </a:cubicBezTo>
                    <a:cubicBezTo>
                      <a:pt x="420" y="297"/>
                      <a:pt x="443" y="286"/>
                      <a:pt x="470" y="284"/>
                    </a:cubicBezTo>
                    <a:cubicBezTo>
                      <a:pt x="497" y="282"/>
                      <a:pt x="522" y="289"/>
                      <a:pt x="545" y="305"/>
                    </a:cubicBezTo>
                    <a:cubicBezTo>
                      <a:pt x="541" y="309"/>
                      <a:pt x="538" y="311"/>
                      <a:pt x="534" y="314"/>
                    </a:cubicBezTo>
                    <a:cubicBezTo>
                      <a:pt x="509" y="334"/>
                      <a:pt x="482" y="352"/>
                      <a:pt x="453" y="364"/>
                    </a:cubicBezTo>
                    <a:cubicBezTo>
                      <a:pt x="422" y="377"/>
                      <a:pt x="391" y="379"/>
                      <a:pt x="359" y="369"/>
                    </a:cubicBezTo>
                    <a:cubicBezTo>
                      <a:pt x="353" y="368"/>
                      <a:pt x="350" y="368"/>
                      <a:pt x="347" y="373"/>
                    </a:cubicBezTo>
                    <a:cubicBezTo>
                      <a:pt x="337" y="389"/>
                      <a:pt x="326" y="404"/>
                      <a:pt x="316" y="420"/>
                    </a:cubicBezTo>
                    <a:cubicBezTo>
                      <a:pt x="314" y="422"/>
                      <a:pt x="313" y="424"/>
                      <a:pt x="312" y="427"/>
                    </a:cubicBezTo>
                    <a:cubicBezTo>
                      <a:pt x="359" y="386"/>
                      <a:pt x="409" y="371"/>
                      <a:pt x="468" y="400"/>
                    </a:cubicBezTo>
                    <a:cubicBezTo>
                      <a:pt x="449" y="423"/>
                      <a:pt x="428" y="442"/>
                      <a:pt x="405" y="459"/>
                    </a:cubicBezTo>
                    <a:cubicBezTo>
                      <a:pt x="388" y="471"/>
                      <a:pt x="370" y="483"/>
                      <a:pt x="350" y="488"/>
                    </a:cubicBezTo>
                    <a:cubicBezTo>
                      <a:pt x="338" y="491"/>
                      <a:pt x="325" y="494"/>
                      <a:pt x="312" y="494"/>
                    </a:cubicBezTo>
                    <a:cubicBezTo>
                      <a:pt x="300" y="495"/>
                      <a:pt x="287" y="493"/>
                      <a:pt x="273" y="492"/>
                    </a:cubicBezTo>
                    <a:cubicBezTo>
                      <a:pt x="262" y="518"/>
                      <a:pt x="249" y="544"/>
                      <a:pt x="237" y="570"/>
                    </a:cubicBezTo>
                    <a:cubicBezTo>
                      <a:pt x="238" y="571"/>
                      <a:pt x="238" y="571"/>
                      <a:pt x="239" y="571"/>
                    </a:cubicBezTo>
                    <a:cubicBezTo>
                      <a:pt x="280" y="516"/>
                      <a:pt x="331" y="491"/>
                      <a:pt x="402" y="514"/>
                    </a:cubicBezTo>
                    <a:cubicBezTo>
                      <a:pt x="397" y="520"/>
                      <a:pt x="394" y="526"/>
                      <a:pt x="390" y="532"/>
                    </a:cubicBezTo>
                    <a:cubicBezTo>
                      <a:pt x="372" y="557"/>
                      <a:pt x="351" y="581"/>
                      <a:pt x="327" y="601"/>
                    </a:cubicBezTo>
                    <a:cubicBezTo>
                      <a:pt x="296" y="627"/>
                      <a:pt x="261" y="639"/>
                      <a:pt x="221" y="638"/>
                    </a:cubicBezTo>
                    <a:cubicBezTo>
                      <a:pt x="215" y="638"/>
                      <a:pt x="212" y="640"/>
                      <a:pt x="211" y="646"/>
                    </a:cubicBezTo>
                    <a:cubicBezTo>
                      <a:pt x="204" y="672"/>
                      <a:pt x="197" y="699"/>
                      <a:pt x="190" y="725"/>
                    </a:cubicBezTo>
                    <a:cubicBezTo>
                      <a:pt x="190" y="727"/>
                      <a:pt x="190" y="728"/>
                      <a:pt x="190" y="730"/>
                    </a:cubicBezTo>
                    <a:cubicBezTo>
                      <a:pt x="209" y="690"/>
                      <a:pt x="235" y="657"/>
                      <a:pt x="279" y="643"/>
                    </a:cubicBezTo>
                    <a:cubicBezTo>
                      <a:pt x="302" y="635"/>
                      <a:pt x="332" y="633"/>
                      <a:pt x="353" y="640"/>
                    </a:cubicBezTo>
                    <a:cubicBezTo>
                      <a:pt x="348" y="649"/>
                      <a:pt x="344" y="659"/>
                      <a:pt x="340" y="668"/>
                    </a:cubicBezTo>
                    <a:cubicBezTo>
                      <a:pt x="322" y="701"/>
                      <a:pt x="302" y="733"/>
                      <a:pt x="274" y="758"/>
                    </a:cubicBezTo>
                    <a:cubicBezTo>
                      <a:pt x="249" y="781"/>
                      <a:pt x="219" y="793"/>
                      <a:pt x="185" y="797"/>
                    </a:cubicBezTo>
                    <a:cubicBezTo>
                      <a:pt x="180" y="798"/>
                      <a:pt x="177" y="798"/>
                      <a:pt x="176" y="804"/>
                    </a:cubicBezTo>
                    <a:cubicBezTo>
                      <a:pt x="174" y="837"/>
                      <a:pt x="171" y="870"/>
                      <a:pt x="169" y="904"/>
                    </a:cubicBezTo>
                    <a:cubicBezTo>
                      <a:pt x="175" y="888"/>
                      <a:pt x="180" y="872"/>
                      <a:pt x="187" y="858"/>
                    </a:cubicBezTo>
                    <a:cubicBezTo>
                      <a:pt x="213" y="804"/>
                      <a:pt x="257" y="778"/>
                      <a:pt x="316" y="777"/>
                    </a:cubicBezTo>
                    <a:cubicBezTo>
                      <a:pt x="318" y="777"/>
                      <a:pt x="319" y="777"/>
                      <a:pt x="321" y="777"/>
                    </a:cubicBezTo>
                    <a:cubicBezTo>
                      <a:pt x="322" y="777"/>
                      <a:pt x="323" y="778"/>
                      <a:pt x="325" y="778"/>
                    </a:cubicBezTo>
                    <a:cubicBezTo>
                      <a:pt x="322" y="787"/>
                      <a:pt x="320" y="796"/>
                      <a:pt x="318" y="805"/>
                    </a:cubicBezTo>
                    <a:cubicBezTo>
                      <a:pt x="308" y="837"/>
                      <a:pt x="295" y="869"/>
                      <a:pt x="276" y="897"/>
                    </a:cubicBezTo>
                    <a:cubicBezTo>
                      <a:pt x="252" y="935"/>
                      <a:pt x="218" y="958"/>
                      <a:pt x="177" y="971"/>
                    </a:cubicBezTo>
                    <a:cubicBezTo>
                      <a:pt x="172" y="972"/>
                      <a:pt x="170" y="973"/>
                      <a:pt x="171" y="979"/>
                    </a:cubicBezTo>
                    <a:cubicBezTo>
                      <a:pt x="174" y="1013"/>
                      <a:pt x="178" y="1048"/>
                      <a:pt x="181" y="1083"/>
                    </a:cubicBezTo>
                    <a:cubicBezTo>
                      <a:pt x="182" y="1083"/>
                      <a:pt x="183" y="1083"/>
                      <a:pt x="183" y="1083"/>
                    </a:cubicBezTo>
                    <a:cubicBezTo>
                      <a:pt x="185" y="1074"/>
                      <a:pt x="185" y="1064"/>
                      <a:pt x="187" y="1055"/>
                    </a:cubicBezTo>
                    <a:cubicBezTo>
                      <a:pt x="188" y="1045"/>
                      <a:pt x="190" y="1036"/>
                      <a:pt x="193" y="1027"/>
                    </a:cubicBezTo>
                    <a:cubicBezTo>
                      <a:pt x="211" y="963"/>
                      <a:pt x="262" y="927"/>
                      <a:pt x="321" y="922"/>
                    </a:cubicBezTo>
                    <a:cubicBezTo>
                      <a:pt x="320" y="934"/>
                      <a:pt x="319" y="946"/>
                      <a:pt x="317" y="958"/>
                    </a:cubicBezTo>
                    <a:cubicBezTo>
                      <a:pt x="313" y="991"/>
                      <a:pt x="306" y="1023"/>
                      <a:pt x="293" y="1054"/>
                    </a:cubicBezTo>
                    <a:cubicBezTo>
                      <a:pt x="276" y="1096"/>
                      <a:pt x="245" y="1128"/>
                      <a:pt x="204" y="1148"/>
                    </a:cubicBezTo>
                    <a:cubicBezTo>
                      <a:pt x="198" y="1151"/>
                      <a:pt x="197" y="1154"/>
                      <a:pt x="199" y="1160"/>
                    </a:cubicBezTo>
                    <a:cubicBezTo>
                      <a:pt x="210" y="1195"/>
                      <a:pt x="222" y="1230"/>
                      <a:pt x="233" y="1266"/>
                    </a:cubicBezTo>
                    <a:cubicBezTo>
                      <a:pt x="233" y="1268"/>
                      <a:pt x="235" y="1270"/>
                      <a:pt x="235" y="1271"/>
                    </a:cubicBezTo>
                    <a:cubicBezTo>
                      <a:pt x="235" y="1252"/>
                      <a:pt x="233" y="1233"/>
                      <a:pt x="233" y="1214"/>
                    </a:cubicBezTo>
                    <a:cubicBezTo>
                      <a:pt x="235" y="1150"/>
                      <a:pt x="280" y="1094"/>
                      <a:pt x="342" y="1078"/>
                    </a:cubicBezTo>
                    <a:cubicBezTo>
                      <a:pt x="343" y="1077"/>
                      <a:pt x="343" y="1078"/>
                      <a:pt x="345" y="1078"/>
                    </a:cubicBezTo>
                    <a:cubicBezTo>
                      <a:pt x="346" y="1091"/>
                      <a:pt x="348" y="1104"/>
                      <a:pt x="349" y="1117"/>
                    </a:cubicBezTo>
                    <a:cubicBezTo>
                      <a:pt x="351" y="1153"/>
                      <a:pt x="351" y="1189"/>
                      <a:pt x="342" y="1225"/>
                    </a:cubicBezTo>
                    <a:cubicBezTo>
                      <a:pt x="332" y="1270"/>
                      <a:pt x="307" y="1306"/>
                      <a:pt x="271" y="1334"/>
                    </a:cubicBezTo>
                    <a:cubicBezTo>
                      <a:pt x="269" y="1336"/>
                      <a:pt x="267" y="1337"/>
                      <a:pt x="265" y="1339"/>
                    </a:cubicBezTo>
                    <a:cubicBezTo>
                      <a:pt x="285" y="1380"/>
                      <a:pt x="307" y="1419"/>
                      <a:pt x="334" y="1457"/>
                    </a:cubicBezTo>
                    <a:cubicBezTo>
                      <a:pt x="328" y="1439"/>
                      <a:pt x="323" y="1422"/>
                      <a:pt x="319" y="1405"/>
                    </a:cubicBezTo>
                    <a:cubicBezTo>
                      <a:pt x="302" y="1336"/>
                      <a:pt x="329" y="1273"/>
                      <a:pt x="390" y="1237"/>
                    </a:cubicBezTo>
                    <a:cubicBezTo>
                      <a:pt x="393" y="1235"/>
                      <a:pt x="397" y="1233"/>
                      <a:pt x="402" y="1230"/>
                    </a:cubicBezTo>
                    <a:cubicBezTo>
                      <a:pt x="408" y="1254"/>
                      <a:pt x="416" y="1277"/>
                      <a:pt x="421" y="1300"/>
                    </a:cubicBezTo>
                    <a:cubicBezTo>
                      <a:pt x="429" y="1333"/>
                      <a:pt x="434" y="1366"/>
                      <a:pt x="431" y="1399"/>
                    </a:cubicBezTo>
                    <a:cubicBezTo>
                      <a:pt x="428" y="1442"/>
                      <a:pt x="411" y="1480"/>
                      <a:pt x="384" y="1513"/>
                    </a:cubicBezTo>
                    <a:cubicBezTo>
                      <a:pt x="383" y="1514"/>
                      <a:pt x="381" y="1516"/>
                      <a:pt x="379" y="1518"/>
                    </a:cubicBezTo>
                    <a:cubicBezTo>
                      <a:pt x="409" y="1554"/>
                      <a:pt x="441" y="1588"/>
                      <a:pt x="478" y="1619"/>
                    </a:cubicBezTo>
                    <a:cubicBezTo>
                      <a:pt x="474" y="1614"/>
                      <a:pt x="470" y="1609"/>
                      <a:pt x="467" y="1604"/>
                    </a:cubicBezTo>
                    <a:cubicBezTo>
                      <a:pt x="448" y="1576"/>
                      <a:pt x="434" y="1547"/>
                      <a:pt x="430" y="1513"/>
                    </a:cubicBezTo>
                    <a:cubicBezTo>
                      <a:pt x="422" y="1455"/>
                      <a:pt x="450" y="1403"/>
                      <a:pt x="491" y="1374"/>
                    </a:cubicBezTo>
                    <a:cubicBezTo>
                      <a:pt x="524" y="1429"/>
                      <a:pt x="554" y="1485"/>
                      <a:pt x="564" y="1550"/>
                    </a:cubicBezTo>
                    <a:cubicBezTo>
                      <a:pt x="571" y="1591"/>
                      <a:pt x="563" y="1630"/>
                      <a:pt x="545" y="1668"/>
                    </a:cubicBezTo>
                    <a:cubicBezTo>
                      <a:pt x="544" y="1670"/>
                      <a:pt x="543" y="1672"/>
                      <a:pt x="541" y="1674"/>
                    </a:cubicBezTo>
                    <a:cubicBezTo>
                      <a:pt x="585" y="1708"/>
                      <a:pt x="632" y="1737"/>
                      <a:pt x="682" y="1762"/>
                    </a:cubicBezTo>
                    <a:cubicBezTo>
                      <a:pt x="680" y="1760"/>
                      <a:pt x="677" y="1758"/>
                      <a:pt x="675" y="1756"/>
                    </a:cubicBezTo>
                    <a:cubicBezTo>
                      <a:pt x="648" y="1733"/>
                      <a:pt x="624" y="1709"/>
                      <a:pt x="607" y="1678"/>
                    </a:cubicBezTo>
                    <a:cubicBezTo>
                      <a:pt x="577" y="1624"/>
                      <a:pt x="584" y="1556"/>
                      <a:pt x="624" y="1508"/>
                    </a:cubicBezTo>
                    <a:cubicBezTo>
                      <a:pt x="631" y="1515"/>
                      <a:pt x="637" y="1521"/>
                      <a:pt x="643" y="1527"/>
                    </a:cubicBezTo>
                    <a:cubicBezTo>
                      <a:pt x="681" y="1565"/>
                      <a:pt x="715" y="1605"/>
                      <a:pt x="742" y="1650"/>
                    </a:cubicBezTo>
                    <a:cubicBezTo>
                      <a:pt x="770" y="1697"/>
                      <a:pt x="780" y="1747"/>
                      <a:pt x="770" y="1800"/>
                    </a:cubicBezTo>
                    <a:cubicBezTo>
                      <a:pt x="769" y="1806"/>
                      <a:pt x="773" y="1807"/>
                      <a:pt x="776" y="1808"/>
                    </a:cubicBezTo>
                    <a:cubicBezTo>
                      <a:pt x="817" y="1822"/>
                      <a:pt x="858" y="1837"/>
                      <a:pt x="900" y="1851"/>
                    </a:cubicBezTo>
                    <a:cubicBezTo>
                      <a:pt x="902" y="1852"/>
                      <a:pt x="905" y="1853"/>
                      <a:pt x="908" y="1853"/>
                    </a:cubicBezTo>
                    <a:cubicBezTo>
                      <a:pt x="913" y="1855"/>
                      <a:pt x="918" y="1858"/>
                      <a:pt x="915" y="1864"/>
                    </a:cubicBezTo>
                    <a:cubicBezTo>
                      <a:pt x="913" y="1870"/>
                      <a:pt x="909" y="1870"/>
                      <a:pt x="903" y="1868"/>
                    </a:cubicBezTo>
                    <a:cubicBezTo>
                      <a:pt x="890" y="1864"/>
                      <a:pt x="877" y="1861"/>
                      <a:pt x="864" y="1856"/>
                    </a:cubicBezTo>
                    <a:cubicBezTo>
                      <a:pt x="832" y="1845"/>
                      <a:pt x="801" y="1834"/>
                      <a:pt x="770" y="1822"/>
                    </a:cubicBezTo>
                    <a:cubicBezTo>
                      <a:pt x="764" y="1820"/>
                      <a:pt x="762" y="1820"/>
                      <a:pt x="758" y="1825"/>
                    </a:cubicBezTo>
                    <a:cubicBezTo>
                      <a:pt x="731" y="1857"/>
                      <a:pt x="695" y="1874"/>
                      <a:pt x="654" y="1881"/>
                    </a:cubicBezTo>
                    <a:cubicBezTo>
                      <a:pt x="590" y="1891"/>
                      <a:pt x="531" y="1875"/>
                      <a:pt x="473" y="1850"/>
                    </a:cubicBezTo>
                    <a:cubicBezTo>
                      <a:pt x="436" y="1833"/>
                      <a:pt x="401" y="1813"/>
                      <a:pt x="368" y="1789"/>
                    </a:cubicBezTo>
                    <a:cubicBezTo>
                      <a:pt x="364" y="1787"/>
                      <a:pt x="361" y="1783"/>
                      <a:pt x="356" y="1780"/>
                    </a:cubicBezTo>
                    <a:cubicBezTo>
                      <a:pt x="369" y="1770"/>
                      <a:pt x="383" y="1763"/>
                      <a:pt x="397" y="1758"/>
                    </a:cubicBezTo>
                    <a:cubicBezTo>
                      <a:pt x="449" y="1738"/>
                      <a:pt x="501" y="1736"/>
                      <a:pt x="555" y="1749"/>
                    </a:cubicBezTo>
                    <a:cubicBezTo>
                      <a:pt x="597" y="1758"/>
                      <a:pt x="639" y="1770"/>
                      <a:pt x="682" y="1782"/>
                    </a:cubicBezTo>
                    <a:cubicBezTo>
                      <a:pt x="678" y="1780"/>
                      <a:pt x="675" y="1778"/>
                      <a:pt x="671" y="1776"/>
                    </a:cubicBezTo>
                    <a:cubicBezTo>
                      <a:pt x="624" y="1751"/>
                      <a:pt x="580" y="1723"/>
                      <a:pt x="538" y="1691"/>
                    </a:cubicBezTo>
                    <a:cubicBezTo>
                      <a:pt x="533" y="1687"/>
                      <a:pt x="529" y="1687"/>
                      <a:pt x="524" y="1691"/>
                    </a:cubicBezTo>
                    <a:cubicBezTo>
                      <a:pt x="484" y="1719"/>
                      <a:pt x="440" y="1726"/>
                      <a:pt x="392" y="1718"/>
                    </a:cubicBezTo>
                    <a:cubicBezTo>
                      <a:pt x="347" y="1710"/>
                      <a:pt x="308" y="1689"/>
                      <a:pt x="272" y="1662"/>
                    </a:cubicBezTo>
                    <a:cubicBezTo>
                      <a:pt x="240" y="1638"/>
                      <a:pt x="211" y="1611"/>
                      <a:pt x="185" y="1581"/>
                    </a:cubicBezTo>
                    <a:cubicBezTo>
                      <a:pt x="183" y="1578"/>
                      <a:pt x="181" y="1575"/>
                      <a:pt x="178" y="1571"/>
                    </a:cubicBezTo>
                    <a:cubicBezTo>
                      <a:pt x="188" y="1568"/>
                      <a:pt x="198" y="1564"/>
                      <a:pt x="207" y="1562"/>
                    </a:cubicBezTo>
                    <a:cubicBezTo>
                      <a:pt x="263" y="1549"/>
                      <a:pt x="317" y="1557"/>
                      <a:pt x="368" y="1582"/>
                    </a:cubicBezTo>
                    <a:cubicBezTo>
                      <a:pt x="399" y="1597"/>
                      <a:pt x="429" y="1614"/>
                      <a:pt x="460" y="1631"/>
                    </a:cubicBezTo>
                    <a:cubicBezTo>
                      <a:pt x="462" y="1632"/>
                      <a:pt x="464" y="1633"/>
                      <a:pt x="467" y="1633"/>
                    </a:cubicBezTo>
                    <a:cubicBezTo>
                      <a:pt x="459" y="1625"/>
                      <a:pt x="450" y="1618"/>
                      <a:pt x="442" y="1610"/>
                    </a:cubicBezTo>
                    <a:cubicBezTo>
                      <a:pt x="418" y="1584"/>
                      <a:pt x="394" y="1558"/>
                      <a:pt x="370" y="1532"/>
                    </a:cubicBezTo>
                    <a:cubicBezTo>
                      <a:pt x="367" y="1528"/>
                      <a:pt x="365" y="1527"/>
                      <a:pt x="361" y="1529"/>
                    </a:cubicBezTo>
                    <a:cubicBezTo>
                      <a:pt x="311" y="1551"/>
                      <a:pt x="262" y="1546"/>
                      <a:pt x="215" y="1522"/>
                    </a:cubicBezTo>
                    <a:cubicBezTo>
                      <a:pt x="171" y="1499"/>
                      <a:pt x="138" y="1464"/>
                      <a:pt x="110" y="1425"/>
                    </a:cubicBezTo>
                    <a:cubicBezTo>
                      <a:pt x="97" y="1406"/>
                      <a:pt x="86" y="1385"/>
                      <a:pt x="74" y="1366"/>
                    </a:cubicBezTo>
                    <a:cubicBezTo>
                      <a:pt x="72" y="1364"/>
                      <a:pt x="72" y="1361"/>
                      <a:pt x="70" y="1358"/>
                    </a:cubicBezTo>
                    <a:cubicBezTo>
                      <a:pt x="90" y="1353"/>
                      <a:pt x="108" y="1353"/>
                      <a:pt x="127" y="1355"/>
                    </a:cubicBezTo>
                    <a:cubicBezTo>
                      <a:pt x="174" y="1359"/>
                      <a:pt x="216" y="1379"/>
                      <a:pt x="252" y="1408"/>
                    </a:cubicBezTo>
                    <a:cubicBezTo>
                      <a:pt x="273" y="1425"/>
                      <a:pt x="293" y="1443"/>
                      <a:pt x="314" y="1461"/>
                    </a:cubicBezTo>
                    <a:cubicBezTo>
                      <a:pt x="315" y="1462"/>
                      <a:pt x="316" y="1463"/>
                      <a:pt x="316" y="1463"/>
                    </a:cubicBezTo>
                    <a:cubicBezTo>
                      <a:pt x="294" y="1424"/>
                      <a:pt x="271" y="1386"/>
                      <a:pt x="248" y="1346"/>
                    </a:cubicBezTo>
                    <a:cubicBezTo>
                      <a:pt x="227" y="1351"/>
                      <a:pt x="204" y="1352"/>
                      <a:pt x="182" y="1347"/>
                    </a:cubicBezTo>
                    <a:cubicBezTo>
                      <a:pt x="138" y="1337"/>
                      <a:pt x="104" y="1312"/>
                      <a:pt x="78" y="1278"/>
                    </a:cubicBezTo>
                    <a:cubicBezTo>
                      <a:pt x="47" y="1237"/>
                      <a:pt x="27" y="1191"/>
                      <a:pt x="13" y="1142"/>
                    </a:cubicBezTo>
                    <a:cubicBezTo>
                      <a:pt x="13" y="1141"/>
                      <a:pt x="13" y="1139"/>
                      <a:pt x="12" y="1135"/>
                    </a:cubicBezTo>
                    <a:cubicBezTo>
                      <a:pt x="26" y="1137"/>
                      <a:pt x="40" y="1138"/>
                      <a:pt x="53" y="1141"/>
                    </a:cubicBezTo>
                    <a:cubicBezTo>
                      <a:pt x="105" y="1152"/>
                      <a:pt x="145" y="1182"/>
                      <a:pt x="177" y="1222"/>
                    </a:cubicBezTo>
                    <a:cubicBezTo>
                      <a:pt x="191" y="1240"/>
                      <a:pt x="205" y="1258"/>
                      <a:pt x="217" y="1275"/>
                    </a:cubicBezTo>
                    <a:cubicBezTo>
                      <a:pt x="205" y="1237"/>
                      <a:pt x="192" y="1197"/>
                      <a:pt x="180" y="1156"/>
                    </a:cubicBezTo>
                    <a:cubicBezTo>
                      <a:pt x="168" y="1155"/>
                      <a:pt x="156" y="1155"/>
                      <a:pt x="144" y="1152"/>
                    </a:cubicBezTo>
                    <a:cubicBezTo>
                      <a:pt x="97" y="1142"/>
                      <a:pt x="64" y="1114"/>
                      <a:pt x="40" y="1073"/>
                    </a:cubicBezTo>
                    <a:cubicBezTo>
                      <a:pt x="18" y="1033"/>
                      <a:pt x="8" y="990"/>
                      <a:pt x="2" y="945"/>
                    </a:cubicBezTo>
                    <a:cubicBezTo>
                      <a:pt x="1" y="942"/>
                      <a:pt x="1" y="940"/>
                      <a:pt x="0" y="937"/>
                    </a:cubicBezTo>
                    <a:cubicBezTo>
                      <a:pt x="0" y="932"/>
                      <a:pt x="0" y="927"/>
                      <a:pt x="0" y="9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1499091" y="2724158"/>
            <a:ext cx="2623130" cy="1009250"/>
            <a:chOff x="929540" y="1307312"/>
            <a:chExt cx="2623130" cy="1009250"/>
          </a:xfrm>
        </p:grpSpPr>
        <p:sp>
          <p:nvSpPr>
            <p:cNvPr id="24" name="矩形 23"/>
            <p:cNvSpPr/>
            <p:nvPr/>
          </p:nvSpPr>
          <p:spPr>
            <a:xfrm>
              <a:off x="1530591" y="1428263"/>
              <a:ext cx="1421028" cy="3292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20XX</a:t>
              </a:r>
              <a:r>
                <a:rPr lang="zh-CN" altLang="en-US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年度</a:t>
              </a:r>
              <a:endParaRPr lang="zh-CN" altLang="en-US" sz="18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02795" y="1830491"/>
              <a:ext cx="1876621" cy="3018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输入企业荣誉称号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929540" y="1307312"/>
              <a:ext cx="2623130" cy="1009250"/>
              <a:chOff x="778431" y="2285369"/>
              <a:chExt cx="2540080" cy="977295"/>
            </a:xfrm>
            <a:gradFill>
              <a:gsLst>
                <a:gs pos="0">
                  <a:srgbClr val="EC5630"/>
                </a:gs>
                <a:gs pos="100000">
                  <a:srgbClr val="C53811"/>
                </a:gs>
              </a:gsLst>
              <a:lin ang="5400000" scaled="1"/>
            </a:gradFill>
          </p:grpSpPr>
          <p:sp>
            <p:nvSpPr>
              <p:cNvPr id="29" name="Freeform 1266"/>
              <p:cNvSpPr/>
              <p:nvPr/>
            </p:nvSpPr>
            <p:spPr bwMode="auto">
              <a:xfrm>
                <a:off x="2852964" y="2285369"/>
                <a:ext cx="465547" cy="975536"/>
              </a:xfrm>
              <a:custGeom>
                <a:avLst/>
                <a:gdLst>
                  <a:gd name="T0" fmla="*/ 683 w 900"/>
                  <a:gd name="T1" fmla="*/ 1322 h 1887"/>
                  <a:gd name="T2" fmla="*/ 621 w 900"/>
                  <a:gd name="T3" fmla="*/ 1439 h 1887"/>
                  <a:gd name="T4" fmla="*/ 824 w 900"/>
                  <a:gd name="T5" fmla="*/ 1387 h 1887"/>
                  <a:gd name="T6" fmla="*/ 479 w 900"/>
                  <a:gd name="T7" fmla="*/ 1621 h 1887"/>
                  <a:gd name="T8" fmla="*/ 762 w 900"/>
                  <a:gd name="T9" fmla="*/ 1543 h 1887"/>
                  <a:gd name="T10" fmla="*/ 431 w 900"/>
                  <a:gd name="T11" fmla="*/ 1687 h 1887"/>
                  <a:gd name="T12" fmla="*/ 436 w 900"/>
                  <a:gd name="T13" fmla="*/ 1733 h 1887"/>
                  <a:gd name="T14" fmla="*/ 559 w 900"/>
                  <a:gd name="T15" fmla="*/ 1792 h 1887"/>
                  <a:gd name="T16" fmla="*/ 194 w 900"/>
                  <a:gd name="T17" fmla="*/ 1826 h 1887"/>
                  <a:gd name="T18" fmla="*/ 51 w 900"/>
                  <a:gd name="T19" fmla="*/ 1867 h 1887"/>
                  <a:gd name="T20" fmla="*/ 309 w 900"/>
                  <a:gd name="T21" fmla="*/ 1508 h 1887"/>
                  <a:gd name="T22" fmla="*/ 270 w 900"/>
                  <a:gd name="T23" fmla="*/ 1764 h 1887"/>
                  <a:gd name="T24" fmla="*/ 434 w 900"/>
                  <a:gd name="T25" fmla="*/ 1368 h 1887"/>
                  <a:gd name="T26" fmla="*/ 466 w 900"/>
                  <a:gd name="T27" fmla="*/ 1606 h 1887"/>
                  <a:gd name="T28" fmla="*/ 495 w 900"/>
                  <a:gd name="T29" fmla="*/ 1364 h 1887"/>
                  <a:gd name="T30" fmla="*/ 599 w 900"/>
                  <a:gd name="T31" fmla="*/ 1435 h 1887"/>
                  <a:gd name="T32" fmla="*/ 581 w 900"/>
                  <a:gd name="T33" fmla="*/ 1221 h 1887"/>
                  <a:gd name="T34" fmla="*/ 686 w 900"/>
                  <a:gd name="T35" fmla="*/ 1249 h 1887"/>
                  <a:gd name="T36" fmla="*/ 599 w 900"/>
                  <a:gd name="T37" fmla="*/ 997 h 1887"/>
                  <a:gd name="T38" fmla="*/ 731 w 900"/>
                  <a:gd name="T39" fmla="*/ 946 h 1887"/>
                  <a:gd name="T40" fmla="*/ 563 w 900"/>
                  <a:gd name="T41" fmla="*/ 759 h 1887"/>
                  <a:gd name="T42" fmla="*/ 715 w 900"/>
                  <a:gd name="T43" fmla="*/ 772 h 1887"/>
                  <a:gd name="T44" fmla="*/ 526 w 900"/>
                  <a:gd name="T45" fmla="*/ 622 h 1887"/>
                  <a:gd name="T46" fmla="*/ 669 w 900"/>
                  <a:gd name="T47" fmla="*/ 618 h 1887"/>
                  <a:gd name="T48" fmla="*/ 562 w 900"/>
                  <a:gd name="T49" fmla="*/ 494 h 1887"/>
                  <a:gd name="T50" fmla="*/ 592 w 900"/>
                  <a:gd name="T51" fmla="*/ 471 h 1887"/>
                  <a:gd name="T52" fmla="*/ 556 w 900"/>
                  <a:gd name="T53" fmla="*/ 410 h 1887"/>
                  <a:gd name="T54" fmla="*/ 361 w 900"/>
                  <a:gd name="T55" fmla="*/ 332 h 1887"/>
                  <a:gd name="T56" fmla="*/ 443 w 900"/>
                  <a:gd name="T57" fmla="*/ 279 h 1887"/>
                  <a:gd name="T58" fmla="*/ 222 w 900"/>
                  <a:gd name="T59" fmla="*/ 225 h 1887"/>
                  <a:gd name="T60" fmla="*/ 197 w 900"/>
                  <a:gd name="T61" fmla="*/ 187 h 1887"/>
                  <a:gd name="T62" fmla="*/ 180 w 900"/>
                  <a:gd name="T63" fmla="*/ 104 h 1887"/>
                  <a:gd name="T64" fmla="*/ 204 w 900"/>
                  <a:gd name="T65" fmla="*/ 84 h 1887"/>
                  <a:gd name="T66" fmla="*/ 218 w 900"/>
                  <a:gd name="T67" fmla="*/ 0 h 1887"/>
                  <a:gd name="T68" fmla="*/ 338 w 900"/>
                  <a:gd name="T69" fmla="*/ 171 h 1887"/>
                  <a:gd name="T70" fmla="*/ 423 w 900"/>
                  <a:gd name="T71" fmla="*/ 138 h 1887"/>
                  <a:gd name="T72" fmla="*/ 472 w 900"/>
                  <a:gd name="T73" fmla="*/ 272 h 1887"/>
                  <a:gd name="T74" fmla="*/ 534 w 900"/>
                  <a:gd name="T75" fmla="*/ 221 h 1887"/>
                  <a:gd name="T76" fmla="*/ 573 w 900"/>
                  <a:gd name="T77" fmla="*/ 398 h 1887"/>
                  <a:gd name="T78" fmla="*/ 648 w 900"/>
                  <a:gd name="T79" fmla="*/ 352 h 1887"/>
                  <a:gd name="T80" fmla="*/ 654 w 900"/>
                  <a:gd name="T81" fmla="*/ 522 h 1887"/>
                  <a:gd name="T82" fmla="*/ 727 w 900"/>
                  <a:gd name="T83" fmla="*/ 429 h 1887"/>
                  <a:gd name="T84" fmla="*/ 790 w 900"/>
                  <a:gd name="T85" fmla="*/ 517 h 1887"/>
                  <a:gd name="T86" fmla="*/ 731 w 900"/>
                  <a:gd name="T87" fmla="*/ 770 h 1887"/>
                  <a:gd name="T88" fmla="*/ 859 w 900"/>
                  <a:gd name="T89" fmla="*/ 692 h 1887"/>
                  <a:gd name="T90" fmla="*/ 749 w 900"/>
                  <a:gd name="T91" fmla="*/ 946 h 1887"/>
                  <a:gd name="T92" fmla="*/ 849 w 900"/>
                  <a:gd name="T93" fmla="*/ 902 h 1887"/>
                  <a:gd name="T94" fmla="*/ 738 w 900"/>
                  <a:gd name="T95" fmla="*/ 1127 h 1887"/>
                  <a:gd name="T96" fmla="*/ 712 w 900"/>
                  <a:gd name="T97" fmla="*/ 1236 h 1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00" h="1887">
                    <a:moveTo>
                      <a:pt x="900" y="1106"/>
                    </a:moveTo>
                    <a:cubicBezTo>
                      <a:pt x="894" y="1125"/>
                      <a:pt x="889" y="1144"/>
                      <a:pt x="883" y="1163"/>
                    </a:cubicBezTo>
                    <a:cubicBezTo>
                      <a:pt x="869" y="1202"/>
                      <a:pt x="851" y="1239"/>
                      <a:pt x="823" y="1269"/>
                    </a:cubicBezTo>
                    <a:cubicBezTo>
                      <a:pt x="785" y="1310"/>
                      <a:pt x="739" y="1329"/>
                      <a:pt x="683" y="1322"/>
                    </a:cubicBezTo>
                    <a:cubicBezTo>
                      <a:pt x="679" y="1322"/>
                      <a:pt x="676" y="1322"/>
                      <a:pt x="674" y="1326"/>
                    </a:cubicBezTo>
                    <a:cubicBezTo>
                      <a:pt x="655" y="1364"/>
                      <a:pt x="636" y="1402"/>
                      <a:pt x="617" y="1440"/>
                    </a:cubicBezTo>
                    <a:cubicBezTo>
                      <a:pt x="616" y="1441"/>
                      <a:pt x="617" y="1441"/>
                      <a:pt x="616" y="1443"/>
                    </a:cubicBezTo>
                    <a:cubicBezTo>
                      <a:pt x="618" y="1441"/>
                      <a:pt x="620" y="1440"/>
                      <a:pt x="621" y="1439"/>
                    </a:cubicBezTo>
                    <a:cubicBezTo>
                      <a:pt x="651" y="1408"/>
                      <a:pt x="680" y="1377"/>
                      <a:pt x="717" y="1355"/>
                    </a:cubicBezTo>
                    <a:cubicBezTo>
                      <a:pt x="756" y="1330"/>
                      <a:pt x="800" y="1318"/>
                      <a:pt x="847" y="1322"/>
                    </a:cubicBezTo>
                    <a:cubicBezTo>
                      <a:pt x="850" y="1322"/>
                      <a:pt x="852" y="1323"/>
                      <a:pt x="858" y="1324"/>
                    </a:cubicBezTo>
                    <a:cubicBezTo>
                      <a:pt x="846" y="1346"/>
                      <a:pt x="836" y="1367"/>
                      <a:pt x="824" y="1387"/>
                    </a:cubicBezTo>
                    <a:cubicBezTo>
                      <a:pt x="803" y="1422"/>
                      <a:pt x="778" y="1454"/>
                      <a:pt x="746" y="1479"/>
                    </a:cubicBezTo>
                    <a:cubicBezTo>
                      <a:pt x="693" y="1520"/>
                      <a:pt x="635" y="1533"/>
                      <a:pt x="571" y="1510"/>
                    </a:cubicBezTo>
                    <a:cubicBezTo>
                      <a:pt x="555" y="1529"/>
                      <a:pt x="541" y="1548"/>
                      <a:pt x="525" y="1567"/>
                    </a:cubicBezTo>
                    <a:cubicBezTo>
                      <a:pt x="510" y="1585"/>
                      <a:pt x="494" y="1602"/>
                      <a:pt x="479" y="1621"/>
                    </a:cubicBezTo>
                    <a:cubicBezTo>
                      <a:pt x="482" y="1619"/>
                      <a:pt x="485" y="1617"/>
                      <a:pt x="489" y="1615"/>
                    </a:cubicBezTo>
                    <a:cubicBezTo>
                      <a:pt x="516" y="1598"/>
                      <a:pt x="543" y="1580"/>
                      <a:pt x="571" y="1565"/>
                    </a:cubicBezTo>
                    <a:cubicBezTo>
                      <a:pt x="610" y="1543"/>
                      <a:pt x="653" y="1530"/>
                      <a:pt x="699" y="1531"/>
                    </a:cubicBezTo>
                    <a:cubicBezTo>
                      <a:pt x="720" y="1532"/>
                      <a:pt x="741" y="1534"/>
                      <a:pt x="762" y="1543"/>
                    </a:cubicBezTo>
                    <a:cubicBezTo>
                      <a:pt x="752" y="1556"/>
                      <a:pt x="743" y="1569"/>
                      <a:pt x="733" y="1580"/>
                    </a:cubicBezTo>
                    <a:cubicBezTo>
                      <a:pt x="699" y="1619"/>
                      <a:pt x="663" y="1654"/>
                      <a:pt x="617" y="1678"/>
                    </a:cubicBezTo>
                    <a:cubicBezTo>
                      <a:pt x="563" y="1706"/>
                      <a:pt x="507" y="1717"/>
                      <a:pt x="448" y="1695"/>
                    </a:cubicBezTo>
                    <a:cubicBezTo>
                      <a:pt x="442" y="1693"/>
                      <a:pt x="437" y="1690"/>
                      <a:pt x="431" y="1687"/>
                    </a:cubicBezTo>
                    <a:cubicBezTo>
                      <a:pt x="426" y="1684"/>
                      <a:pt x="421" y="1681"/>
                      <a:pt x="418" y="1679"/>
                    </a:cubicBezTo>
                    <a:cubicBezTo>
                      <a:pt x="369" y="1714"/>
                      <a:pt x="322" y="1749"/>
                      <a:pt x="277" y="1781"/>
                    </a:cubicBezTo>
                    <a:cubicBezTo>
                      <a:pt x="286" y="1778"/>
                      <a:pt x="300" y="1772"/>
                      <a:pt x="313" y="1768"/>
                    </a:cubicBezTo>
                    <a:cubicBezTo>
                      <a:pt x="353" y="1753"/>
                      <a:pt x="394" y="1740"/>
                      <a:pt x="436" y="1733"/>
                    </a:cubicBezTo>
                    <a:cubicBezTo>
                      <a:pt x="482" y="1726"/>
                      <a:pt x="526" y="1729"/>
                      <a:pt x="569" y="1747"/>
                    </a:cubicBezTo>
                    <a:cubicBezTo>
                      <a:pt x="578" y="1750"/>
                      <a:pt x="585" y="1754"/>
                      <a:pt x="593" y="1758"/>
                    </a:cubicBezTo>
                    <a:cubicBezTo>
                      <a:pt x="595" y="1759"/>
                      <a:pt x="596" y="1760"/>
                      <a:pt x="598" y="1762"/>
                    </a:cubicBezTo>
                    <a:cubicBezTo>
                      <a:pt x="585" y="1772"/>
                      <a:pt x="572" y="1782"/>
                      <a:pt x="559" y="1792"/>
                    </a:cubicBezTo>
                    <a:cubicBezTo>
                      <a:pt x="517" y="1822"/>
                      <a:pt x="472" y="1848"/>
                      <a:pt x="423" y="1865"/>
                    </a:cubicBezTo>
                    <a:cubicBezTo>
                      <a:pt x="374" y="1881"/>
                      <a:pt x="325" y="1887"/>
                      <a:pt x="275" y="1874"/>
                    </a:cubicBezTo>
                    <a:cubicBezTo>
                      <a:pt x="245" y="1866"/>
                      <a:pt x="218" y="1852"/>
                      <a:pt x="197" y="1829"/>
                    </a:cubicBezTo>
                    <a:cubicBezTo>
                      <a:pt x="196" y="1827"/>
                      <a:pt x="194" y="1826"/>
                      <a:pt x="194" y="1826"/>
                    </a:cubicBezTo>
                    <a:cubicBezTo>
                      <a:pt x="159" y="1840"/>
                      <a:pt x="125" y="1855"/>
                      <a:pt x="91" y="1869"/>
                    </a:cubicBezTo>
                    <a:cubicBezTo>
                      <a:pt x="80" y="1874"/>
                      <a:pt x="68" y="1877"/>
                      <a:pt x="57" y="1881"/>
                    </a:cubicBezTo>
                    <a:cubicBezTo>
                      <a:pt x="51" y="1883"/>
                      <a:pt x="46" y="1885"/>
                      <a:pt x="43" y="1878"/>
                    </a:cubicBezTo>
                    <a:cubicBezTo>
                      <a:pt x="40" y="1871"/>
                      <a:pt x="46" y="1869"/>
                      <a:pt x="51" y="1867"/>
                    </a:cubicBezTo>
                    <a:cubicBezTo>
                      <a:pt x="94" y="1849"/>
                      <a:pt x="136" y="1832"/>
                      <a:pt x="178" y="1815"/>
                    </a:cubicBezTo>
                    <a:cubicBezTo>
                      <a:pt x="183" y="1813"/>
                      <a:pt x="185" y="1811"/>
                      <a:pt x="184" y="1805"/>
                    </a:cubicBezTo>
                    <a:cubicBezTo>
                      <a:pt x="170" y="1749"/>
                      <a:pt x="179" y="1696"/>
                      <a:pt x="207" y="1646"/>
                    </a:cubicBezTo>
                    <a:cubicBezTo>
                      <a:pt x="235" y="1595"/>
                      <a:pt x="270" y="1550"/>
                      <a:pt x="309" y="1508"/>
                    </a:cubicBezTo>
                    <a:cubicBezTo>
                      <a:pt x="310" y="1507"/>
                      <a:pt x="311" y="1507"/>
                      <a:pt x="312" y="1506"/>
                    </a:cubicBezTo>
                    <a:cubicBezTo>
                      <a:pt x="342" y="1541"/>
                      <a:pt x="358" y="1580"/>
                      <a:pt x="352" y="1627"/>
                    </a:cubicBezTo>
                    <a:cubicBezTo>
                      <a:pt x="347" y="1671"/>
                      <a:pt x="324" y="1706"/>
                      <a:pt x="295" y="1737"/>
                    </a:cubicBezTo>
                    <a:cubicBezTo>
                      <a:pt x="287" y="1746"/>
                      <a:pt x="278" y="1755"/>
                      <a:pt x="270" y="1764"/>
                    </a:cubicBezTo>
                    <a:cubicBezTo>
                      <a:pt x="317" y="1736"/>
                      <a:pt x="362" y="1703"/>
                      <a:pt x="402" y="1668"/>
                    </a:cubicBezTo>
                    <a:cubicBezTo>
                      <a:pt x="394" y="1646"/>
                      <a:pt x="385" y="1625"/>
                      <a:pt x="379" y="1604"/>
                    </a:cubicBezTo>
                    <a:cubicBezTo>
                      <a:pt x="369" y="1568"/>
                      <a:pt x="372" y="1531"/>
                      <a:pt x="382" y="1495"/>
                    </a:cubicBezTo>
                    <a:cubicBezTo>
                      <a:pt x="394" y="1450"/>
                      <a:pt x="412" y="1408"/>
                      <a:pt x="434" y="1368"/>
                    </a:cubicBezTo>
                    <a:cubicBezTo>
                      <a:pt x="435" y="1367"/>
                      <a:pt x="435" y="1366"/>
                      <a:pt x="436" y="1364"/>
                    </a:cubicBezTo>
                    <a:cubicBezTo>
                      <a:pt x="475" y="1391"/>
                      <a:pt x="500" y="1427"/>
                      <a:pt x="505" y="1474"/>
                    </a:cubicBezTo>
                    <a:cubicBezTo>
                      <a:pt x="510" y="1517"/>
                      <a:pt x="496" y="1555"/>
                      <a:pt x="475" y="1591"/>
                    </a:cubicBezTo>
                    <a:cubicBezTo>
                      <a:pt x="472" y="1596"/>
                      <a:pt x="469" y="1601"/>
                      <a:pt x="466" y="1606"/>
                    </a:cubicBezTo>
                    <a:cubicBezTo>
                      <a:pt x="467" y="1607"/>
                      <a:pt x="468" y="1608"/>
                      <a:pt x="469" y="1608"/>
                    </a:cubicBezTo>
                    <a:cubicBezTo>
                      <a:pt x="498" y="1573"/>
                      <a:pt x="527" y="1538"/>
                      <a:pt x="557" y="1503"/>
                    </a:cubicBezTo>
                    <a:cubicBezTo>
                      <a:pt x="549" y="1493"/>
                      <a:pt x="541" y="1485"/>
                      <a:pt x="535" y="1476"/>
                    </a:cubicBezTo>
                    <a:cubicBezTo>
                      <a:pt x="510" y="1443"/>
                      <a:pt x="496" y="1405"/>
                      <a:pt x="495" y="1364"/>
                    </a:cubicBezTo>
                    <a:cubicBezTo>
                      <a:pt x="493" y="1314"/>
                      <a:pt x="502" y="1266"/>
                      <a:pt x="516" y="1218"/>
                    </a:cubicBezTo>
                    <a:cubicBezTo>
                      <a:pt x="516" y="1218"/>
                      <a:pt x="516" y="1217"/>
                      <a:pt x="517" y="1216"/>
                    </a:cubicBezTo>
                    <a:cubicBezTo>
                      <a:pt x="558" y="1236"/>
                      <a:pt x="591" y="1263"/>
                      <a:pt x="606" y="1307"/>
                    </a:cubicBezTo>
                    <a:cubicBezTo>
                      <a:pt x="620" y="1351"/>
                      <a:pt x="613" y="1393"/>
                      <a:pt x="599" y="1435"/>
                    </a:cubicBezTo>
                    <a:cubicBezTo>
                      <a:pt x="600" y="1436"/>
                      <a:pt x="601" y="1436"/>
                      <a:pt x="602" y="1436"/>
                    </a:cubicBezTo>
                    <a:cubicBezTo>
                      <a:pt x="622" y="1397"/>
                      <a:pt x="642" y="1357"/>
                      <a:pt x="661" y="1318"/>
                    </a:cubicBezTo>
                    <a:cubicBezTo>
                      <a:pt x="646" y="1306"/>
                      <a:pt x="633" y="1295"/>
                      <a:pt x="620" y="1283"/>
                    </a:cubicBezTo>
                    <a:cubicBezTo>
                      <a:pt x="603" y="1265"/>
                      <a:pt x="591" y="1244"/>
                      <a:pt x="581" y="1221"/>
                    </a:cubicBezTo>
                    <a:cubicBezTo>
                      <a:pt x="561" y="1175"/>
                      <a:pt x="561" y="1127"/>
                      <a:pt x="561" y="1079"/>
                    </a:cubicBezTo>
                    <a:cubicBezTo>
                      <a:pt x="561" y="1073"/>
                      <a:pt x="562" y="1066"/>
                      <a:pt x="563" y="1059"/>
                    </a:cubicBezTo>
                    <a:cubicBezTo>
                      <a:pt x="606" y="1068"/>
                      <a:pt x="641" y="1090"/>
                      <a:pt x="664" y="1127"/>
                    </a:cubicBezTo>
                    <a:cubicBezTo>
                      <a:pt x="687" y="1165"/>
                      <a:pt x="688" y="1207"/>
                      <a:pt x="686" y="1249"/>
                    </a:cubicBezTo>
                    <a:cubicBezTo>
                      <a:pt x="692" y="1229"/>
                      <a:pt x="698" y="1208"/>
                      <a:pt x="703" y="1188"/>
                    </a:cubicBezTo>
                    <a:cubicBezTo>
                      <a:pt x="708" y="1169"/>
                      <a:pt x="711" y="1150"/>
                      <a:pt x="715" y="1131"/>
                    </a:cubicBezTo>
                    <a:cubicBezTo>
                      <a:pt x="716" y="1127"/>
                      <a:pt x="716" y="1124"/>
                      <a:pt x="712" y="1123"/>
                    </a:cubicBezTo>
                    <a:cubicBezTo>
                      <a:pt x="654" y="1099"/>
                      <a:pt x="618" y="1056"/>
                      <a:pt x="599" y="997"/>
                    </a:cubicBezTo>
                    <a:cubicBezTo>
                      <a:pt x="589" y="967"/>
                      <a:pt x="582" y="936"/>
                      <a:pt x="578" y="903"/>
                    </a:cubicBezTo>
                    <a:cubicBezTo>
                      <a:pt x="619" y="904"/>
                      <a:pt x="654" y="918"/>
                      <a:pt x="682" y="948"/>
                    </a:cubicBezTo>
                    <a:cubicBezTo>
                      <a:pt x="710" y="978"/>
                      <a:pt x="720" y="1015"/>
                      <a:pt x="726" y="1054"/>
                    </a:cubicBezTo>
                    <a:cubicBezTo>
                      <a:pt x="731" y="1018"/>
                      <a:pt x="732" y="982"/>
                      <a:pt x="731" y="946"/>
                    </a:cubicBezTo>
                    <a:cubicBezTo>
                      <a:pt x="716" y="940"/>
                      <a:pt x="701" y="936"/>
                      <a:pt x="687" y="930"/>
                    </a:cubicBezTo>
                    <a:cubicBezTo>
                      <a:pt x="648" y="912"/>
                      <a:pt x="621" y="882"/>
                      <a:pt x="601" y="845"/>
                    </a:cubicBezTo>
                    <a:cubicBezTo>
                      <a:pt x="588" y="820"/>
                      <a:pt x="578" y="794"/>
                      <a:pt x="566" y="769"/>
                    </a:cubicBezTo>
                    <a:cubicBezTo>
                      <a:pt x="565" y="766"/>
                      <a:pt x="564" y="763"/>
                      <a:pt x="563" y="759"/>
                    </a:cubicBezTo>
                    <a:cubicBezTo>
                      <a:pt x="602" y="754"/>
                      <a:pt x="637" y="762"/>
                      <a:pt x="667" y="784"/>
                    </a:cubicBezTo>
                    <a:cubicBezTo>
                      <a:pt x="698" y="807"/>
                      <a:pt x="715" y="839"/>
                      <a:pt x="727" y="874"/>
                    </a:cubicBezTo>
                    <a:cubicBezTo>
                      <a:pt x="727" y="874"/>
                      <a:pt x="728" y="874"/>
                      <a:pt x="729" y="873"/>
                    </a:cubicBezTo>
                    <a:cubicBezTo>
                      <a:pt x="724" y="839"/>
                      <a:pt x="719" y="805"/>
                      <a:pt x="715" y="772"/>
                    </a:cubicBezTo>
                    <a:cubicBezTo>
                      <a:pt x="702" y="770"/>
                      <a:pt x="690" y="769"/>
                      <a:pt x="679" y="766"/>
                    </a:cubicBezTo>
                    <a:cubicBezTo>
                      <a:pt x="644" y="759"/>
                      <a:pt x="616" y="741"/>
                      <a:pt x="591" y="716"/>
                    </a:cubicBezTo>
                    <a:cubicBezTo>
                      <a:pt x="566" y="690"/>
                      <a:pt x="546" y="660"/>
                      <a:pt x="529" y="628"/>
                    </a:cubicBezTo>
                    <a:cubicBezTo>
                      <a:pt x="528" y="627"/>
                      <a:pt x="528" y="625"/>
                      <a:pt x="526" y="622"/>
                    </a:cubicBezTo>
                    <a:cubicBezTo>
                      <a:pt x="561" y="613"/>
                      <a:pt x="594" y="615"/>
                      <a:pt x="626" y="631"/>
                    </a:cubicBezTo>
                    <a:cubicBezTo>
                      <a:pt x="659" y="647"/>
                      <a:pt x="679" y="674"/>
                      <a:pt x="698" y="704"/>
                    </a:cubicBezTo>
                    <a:cubicBezTo>
                      <a:pt x="694" y="691"/>
                      <a:pt x="690" y="678"/>
                      <a:pt x="686" y="666"/>
                    </a:cubicBezTo>
                    <a:cubicBezTo>
                      <a:pt x="681" y="650"/>
                      <a:pt x="675" y="634"/>
                      <a:pt x="669" y="618"/>
                    </a:cubicBezTo>
                    <a:cubicBezTo>
                      <a:pt x="668" y="616"/>
                      <a:pt x="665" y="613"/>
                      <a:pt x="663" y="613"/>
                    </a:cubicBezTo>
                    <a:cubicBezTo>
                      <a:pt x="600" y="619"/>
                      <a:pt x="552" y="593"/>
                      <a:pt x="511" y="549"/>
                    </a:cubicBezTo>
                    <a:cubicBezTo>
                      <a:pt x="497" y="534"/>
                      <a:pt x="483" y="517"/>
                      <a:pt x="469" y="501"/>
                    </a:cubicBezTo>
                    <a:cubicBezTo>
                      <a:pt x="500" y="487"/>
                      <a:pt x="531" y="485"/>
                      <a:pt x="562" y="494"/>
                    </a:cubicBezTo>
                    <a:cubicBezTo>
                      <a:pt x="594" y="504"/>
                      <a:pt x="617" y="524"/>
                      <a:pt x="639" y="547"/>
                    </a:cubicBezTo>
                    <a:cubicBezTo>
                      <a:pt x="633" y="536"/>
                      <a:pt x="628" y="525"/>
                      <a:pt x="621" y="513"/>
                    </a:cubicBezTo>
                    <a:cubicBezTo>
                      <a:pt x="615" y="501"/>
                      <a:pt x="607" y="488"/>
                      <a:pt x="600" y="475"/>
                    </a:cubicBezTo>
                    <a:cubicBezTo>
                      <a:pt x="598" y="473"/>
                      <a:pt x="594" y="471"/>
                      <a:pt x="592" y="471"/>
                    </a:cubicBezTo>
                    <a:cubicBezTo>
                      <a:pt x="545" y="482"/>
                      <a:pt x="503" y="473"/>
                      <a:pt x="464" y="446"/>
                    </a:cubicBezTo>
                    <a:cubicBezTo>
                      <a:pt x="441" y="430"/>
                      <a:pt x="421" y="412"/>
                      <a:pt x="399" y="394"/>
                    </a:cubicBezTo>
                    <a:cubicBezTo>
                      <a:pt x="398" y="394"/>
                      <a:pt x="398" y="392"/>
                      <a:pt x="397" y="391"/>
                    </a:cubicBezTo>
                    <a:cubicBezTo>
                      <a:pt x="429" y="369"/>
                      <a:pt x="490" y="356"/>
                      <a:pt x="556" y="410"/>
                    </a:cubicBezTo>
                    <a:cubicBezTo>
                      <a:pt x="548" y="400"/>
                      <a:pt x="541" y="390"/>
                      <a:pt x="534" y="380"/>
                    </a:cubicBezTo>
                    <a:cubicBezTo>
                      <a:pt x="526" y="370"/>
                      <a:pt x="518" y="361"/>
                      <a:pt x="510" y="351"/>
                    </a:cubicBezTo>
                    <a:cubicBezTo>
                      <a:pt x="490" y="359"/>
                      <a:pt x="470" y="363"/>
                      <a:pt x="448" y="362"/>
                    </a:cubicBezTo>
                    <a:cubicBezTo>
                      <a:pt x="417" y="360"/>
                      <a:pt x="389" y="347"/>
                      <a:pt x="361" y="332"/>
                    </a:cubicBezTo>
                    <a:cubicBezTo>
                      <a:pt x="345" y="323"/>
                      <a:pt x="330" y="312"/>
                      <a:pt x="312" y="301"/>
                    </a:cubicBezTo>
                    <a:cubicBezTo>
                      <a:pt x="335" y="283"/>
                      <a:pt x="359" y="275"/>
                      <a:pt x="387" y="275"/>
                    </a:cubicBezTo>
                    <a:cubicBezTo>
                      <a:pt x="414" y="275"/>
                      <a:pt x="438" y="285"/>
                      <a:pt x="462" y="297"/>
                    </a:cubicBezTo>
                    <a:cubicBezTo>
                      <a:pt x="456" y="291"/>
                      <a:pt x="449" y="285"/>
                      <a:pt x="443" y="279"/>
                    </a:cubicBezTo>
                    <a:cubicBezTo>
                      <a:pt x="436" y="272"/>
                      <a:pt x="429" y="267"/>
                      <a:pt x="423" y="260"/>
                    </a:cubicBezTo>
                    <a:cubicBezTo>
                      <a:pt x="417" y="253"/>
                      <a:pt x="412" y="252"/>
                      <a:pt x="402" y="256"/>
                    </a:cubicBezTo>
                    <a:cubicBezTo>
                      <a:pt x="376" y="269"/>
                      <a:pt x="348" y="271"/>
                      <a:pt x="320" y="265"/>
                    </a:cubicBezTo>
                    <a:cubicBezTo>
                      <a:pt x="286" y="257"/>
                      <a:pt x="254" y="243"/>
                      <a:pt x="222" y="225"/>
                    </a:cubicBezTo>
                    <a:cubicBezTo>
                      <a:pt x="264" y="185"/>
                      <a:pt x="310" y="188"/>
                      <a:pt x="360" y="206"/>
                    </a:cubicBezTo>
                    <a:cubicBezTo>
                      <a:pt x="344" y="195"/>
                      <a:pt x="328" y="183"/>
                      <a:pt x="312" y="172"/>
                    </a:cubicBezTo>
                    <a:cubicBezTo>
                      <a:pt x="311" y="171"/>
                      <a:pt x="308" y="171"/>
                      <a:pt x="306" y="172"/>
                    </a:cubicBezTo>
                    <a:cubicBezTo>
                      <a:pt x="272" y="196"/>
                      <a:pt x="235" y="196"/>
                      <a:pt x="197" y="187"/>
                    </a:cubicBezTo>
                    <a:cubicBezTo>
                      <a:pt x="174" y="181"/>
                      <a:pt x="151" y="173"/>
                      <a:pt x="127" y="166"/>
                    </a:cubicBezTo>
                    <a:cubicBezTo>
                      <a:pt x="142" y="145"/>
                      <a:pt x="161" y="134"/>
                      <a:pt x="184" y="130"/>
                    </a:cubicBezTo>
                    <a:cubicBezTo>
                      <a:pt x="207" y="126"/>
                      <a:pt x="230" y="129"/>
                      <a:pt x="252" y="134"/>
                    </a:cubicBezTo>
                    <a:cubicBezTo>
                      <a:pt x="230" y="121"/>
                      <a:pt x="208" y="108"/>
                      <a:pt x="180" y="104"/>
                    </a:cubicBezTo>
                    <a:cubicBezTo>
                      <a:pt x="113" y="94"/>
                      <a:pt x="56" y="63"/>
                      <a:pt x="3" y="21"/>
                    </a:cubicBezTo>
                    <a:cubicBezTo>
                      <a:pt x="2" y="21"/>
                      <a:pt x="2" y="20"/>
                      <a:pt x="0" y="17"/>
                    </a:cubicBezTo>
                    <a:cubicBezTo>
                      <a:pt x="16" y="17"/>
                      <a:pt x="30" y="16"/>
                      <a:pt x="44" y="17"/>
                    </a:cubicBezTo>
                    <a:cubicBezTo>
                      <a:pt x="106" y="20"/>
                      <a:pt x="161" y="39"/>
                      <a:pt x="204" y="84"/>
                    </a:cubicBezTo>
                    <a:cubicBezTo>
                      <a:pt x="222" y="102"/>
                      <a:pt x="246" y="109"/>
                      <a:pt x="265" y="123"/>
                    </a:cubicBezTo>
                    <a:cubicBezTo>
                      <a:pt x="255" y="110"/>
                      <a:pt x="244" y="98"/>
                      <a:pt x="235" y="86"/>
                    </a:cubicBezTo>
                    <a:cubicBezTo>
                      <a:pt x="215" y="60"/>
                      <a:pt x="208" y="32"/>
                      <a:pt x="216" y="0"/>
                    </a:cubicBezTo>
                    <a:cubicBezTo>
                      <a:pt x="217" y="0"/>
                      <a:pt x="217" y="0"/>
                      <a:pt x="218" y="0"/>
                    </a:cubicBezTo>
                    <a:cubicBezTo>
                      <a:pt x="221" y="2"/>
                      <a:pt x="225" y="4"/>
                      <a:pt x="229" y="7"/>
                    </a:cubicBezTo>
                    <a:cubicBezTo>
                      <a:pt x="255" y="22"/>
                      <a:pt x="280" y="40"/>
                      <a:pt x="300" y="63"/>
                    </a:cubicBezTo>
                    <a:cubicBezTo>
                      <a:pt x="319" y="85"/>
                      <a:pt x="332" y="110"/>
                      <a:pt x="325" y="138"/>
                    </a:cubicBezTo>
                    <a:cubicBezTo>
                      <a:pt x="320" y="155"/>
                      <a:pt x="325" y="163"/>
                      <a:pt x="338" y="171"/>
                    </a:cubicBezTo>
                    <a:cubicBezTo>
                      <a:pt x="352" y="180"/>
                      <a:pt x="365" y="191"/>
                      <a:pt x="379" y="201"/>
                    </a:cubicBezTo>
                    <a:cubicBezTo>
                      <a:pt x="347" y="158"/>
                      <a:pt x="319" y="115"/>
                      <a:pt x="341" y="59"/>
                    </a:cubicBezTo>
                    <a:cubicBezTo>
                      <a:pt x="343" y="59"/>
                      <a:pt x="344" y="59"/>
                      <a:pt x="345" y="60"/>
                    </a:cubicBezTo>
                    <a:cubicBezTo>
                      <a:pt x="375" y="81"/>
                      <a:pt x="403" y="106"/>
                      <a:pt x="423" y="138"/>
                    </a:cubicBezTo>
                    <a:cubicBezTo>
                      <a:pt x="436" y="160"/>
                      <a:pt x="443" y="184"/>
                      <a:pt x="437" y="209"/>
                    </a:cubicBezTo>
                    <a:cubicBezTo>
                      <a:pt x="435" y="220"/>
                      <a:pt x="430" y="230"/>
                      <a:pt x="428" y="238"/>
                    </a:cubicBezTo>
                    <a:cubicBezTo>
                      <a:pt x="447" y="258"/>
                      <a:pt x="465" y="278"/>
                      <a:pt x="483" y="297"/>
                    </a:cubicBezTo>
                    <a:cubicBezTo>
                      <a:pt x="480" y="288"/>
                      <a:pt x="476" y="280"/>
                      <a:pt x="472" y="272"/>
                    </a:cubicBezTo>
                    <a:cubicBezTo>
                      <a:pt x="457" y="243"/>
                      <a:pt x="446" y="214"/>
                      <a:pt x="451" y="180"/>
                    </a:cubicBezTo>
                    <a:cubicBezTo>
                      <a:pt x="453" y="165"/>
                      <a:pt x="458" y="150"/>
                      <a:pt x="467" y="137"/>
                    </a:cubicBezTo>
                    <a:cubicBezTo>
                      <a:pt x="470" y="139"/>
                      <a:pt x="472" y="141"/>
                      <a:pt x="475" y="143"/>
                    </a:cubicBezTo>
                    <a:cubicBezTo>
                      <a:pt x="498" y="166"/>
                      <a:pt x="519" y="191"/>
                      <a:pt x="534" y="221"/>
                    </a:cubicBezTo>
                    <a:cubicBezTo>
                      <a:pt x="546" y="246"/>
                      <a:pt x="553" y="272"/>
                      <a:pt x="545" y="300"/>
                    </a:cubicBezTo>
                    <a:cubicBezTo>
                      <a:pt x="541" y="315"/>
                      <a:pt x="533" y="329"/>
                      <a:pt x="526" y="344"/>
                    </a:cubicBezTo>
                    <a:cubicBezTo>
                      <a:pt x="542" y="365"/>
                      <a:pt x="560" y="389"/>
                      <a:pt x="578" y="412"/>
                    </a:cubicBezTo>
                    <a:cubicBezTo>
                      <a:pt x="577" y="406"/>
                      <a:pt x="575" y="402"/>
                      <a:pt x="573" y="398"/>
                    </a:cubicBezTo>
                    <a:cubicBezTo>
                      <a:pt x="569" y="385"/>
                      <a:pt x="565" y="372"/>
                      <a:pt x="561" y="359"/>
                    </a:cubicBezTo>
                    <a:cubicBezTo>
                      <a:pt x="554" y="329"/>
                      <a:pt x="554" y="299"/>
                      <a:pt x="565" y="270"/>
                    </a:cubicBezTo>
                    <a:cubicBezTo>
                      <a:pt x="570" y="258"/>
                      <a:pt x="578" y="247"/>
                      <a:pt x="588" y="238"/>
                    </a:cubicBezTo>
                    <a:cubicBezTo>
                      <a:pt x="616" y="272"/>
                      <a:pt x="638" y="309"/>
                      <a:pt x="648" y="352"/>
                    </a:cubicBezTo>
                    <a:cubicBezTo>
                      <a:pt x="654" y="380"/>
                      <a:pt x="651" y="408"/>
                      <a:pt x="636" y="433"/>
                    </a:cubicBezTo>
                    <a:cubicBezTo>
                      <a:pt x="630" y="444"/>
                      <a:pt x="621" y="454"/>
                      <a:pt x="613" y="464"/>
                    </a:cubicBezTo>
                    <a:cubicBezTo>
                      <a:pt x="627" y="491"/>
                      <a:pt x="643" y="519"/>
                      <a:pt x="659" y="549"/>
                    </a:cubicBezTo>
                    <a:cubicBezTo>
                      <a:pt x="657" y="539"/>
                      <a:pt x="655" y="531"/>
                      <a:pt x="654" y="522"/>
                    </a:cubicBezTo>
                    <a:cubicBezTo>
                      <a:pt x="650" y="493"/>
                      <a:pt x="647" y="464"/>
                      <a:pt x="655" y="435"/>
                    </a:cubicBezTo>
                    <a:cubicBezTo>
                      <a:pt x="663" y="408"/>
                      <a:pt x="676" y="385"/>
                      <a:pt x="699" y="366"/>
                    </a:cubicBezTo>
                    <a:cubicBezTo>
                      <a:pt x="701" y="370"/>
                      <a:pt x="703" y="372"/>
                      <a:pt x="704" y="375"/>
                    </a:cubicBezTo>
                    <a:cubicBezTo>
                      <a:pt x="712" y="393"/>
                      <a:pt x="721" y="411"/>
                      <a:pt x="727" y="429"/>
                    </a:cubicBezTo>
                    <a:cubicBezTo>
                      <a:pt x="737" y="456"/>
                      <a:pt x="743" y="484"/>
                      <a:pt x="741" y="514"/>
                    </a:cubicBezTo>
                    <a:cubicBezTo>
                      <a:pt x="737" y="554"/>
                      <a:pt x="718" y="585"/>
                      <a:pt x="683" y="607"/>
                    </a:cubicBezTo>
                    <a:cubicBezTo>
                      <a:pt x="694" y="639"/>
                      <a:pt x="705" y="671"/>
                      <a:pt x="716" y="705"/>
                    </a:cubicBezTo>
                    <a:cubicBezTo>
                      <a:pt x="713" y="630"/>
                      <a:pt x="721" y="562"/>
                      <a:pt x="790" y="517"/>
                    </a:cubicBezTo>
                    <a:cubicBezTo>
                      <a:pt x="791" y="519"/>
                      <a:pt x="792" y="521"/>
                      <a:pt x="793" y="522"/>
                    </a:cubicBezTo>
                    <a:cubicBezTo>
                      <a:pt x="806" y="558"/>
                      <a:pt x="813" y="595"/>
                      <a:pt x="813" y="633"/>
                    </a:cubicBezTo>
                    <a:cubicBezTo>
                      <a:pt x="814" y="673"/>
                      <a:pt x="804" y="710"/>
                      <a:pt x="774" y="739"/>
                    </a:cubicBezTo>
                    <a:cubicBezTo>
                      <a:pt x="761" y="751"/>
                      <a:pt x="746" y="759"/>
                      <a:pt x="731" y="770"/>
                    </a:cubicBezTo>
                    <a:cubicBezTo>
                      <a:pt x="736" y="803"/>
                      <a:pt x="741" y="839"/>
                      <a:pt x="745" y="872"/>
                    </a:cubicBezTo>
                    <a:cubicBezTo>
                      <a:pt x="750" y="853"/>
                      <a:pt x="754" y="831"/>
                      <a:pt x="760" y="810"/>
                    </a:cubicBezTo>
                    <a:cubicBezTo>
                      <a:pt x="772" y="763"/>
                      <a:pt x="798" y="726"/>
                      <a:pt x="840" y="701"/>
                    </a:cubicBezTo>
                    <a:cubicBezTo>
                      <a:pt x="846" y="697"/>
                      <a:pt x="852" y="695"/>
                      <a:pt x="859" y="692"/>
                    </a:cubicBezTo>
                    <a:cubicBezTo>
                      <a:pt x="860" y="694"/>
                      <a:pt x="861" y="696"/>
                      <a:pt x="861" y="698"/>
                    </a:cubicBezTo>
                    <a:cubicBezTo>
                      <a:pt x="868" y="740"/>
                      <a:pt x="869" y="782"/>
                      <a:pt x="861" y="823"/>
                    </a:cubicBezTo>
                    <a:cubicBezTo>
                      <a:pt x="852" y="866"/>
                      <a:pt x="833" y="902"/>
                      <a:pt x="796" y="925"/>
                    </a:cubicBezTo>
                    <a:cubicBezTo>
                      <a:pt x="781" y="934"/>
                      <a:pt x="765" y="939"/>
                      <a:pt x="749" y="946"/>
                    </a:cubicBezTo>
                    <a:cubicBezTo>
                      <a:pt x="747" y="982"/>
                      <a:pt x="746" y="1019"/>
                      <a:pt x="744" y="1057"/>
                    </a:cubicBezTo>
                    <a:cubicBezTo>
                      <a:pt x="745" y="1054"/>
                      <a:pt x="746" y="1052"/>
                      <a:pt x="746" y="1050"/>
                    </a:cubicBezTo>
                    <a:cubicBezTo>
                      <a:pt x="755" y="1030"/>
                      <a:pt x="762" y="1010"/>
                      <a:pt x="771" y="990"/>
                    </a:cubicBezTo>
                    <a:cubicBezTo>
                      <a:pt x="789" y="953"/>
                      <a:pt x="814" y="923"/>
                      <a:pt x="849" y="902"/>
                    </a:cubicBezTo>
                    <a:cubicBezTo>
                      <a:pt x="864" y="893"/>
                      <a:pt x="880" y="886"/>
                      <a:pt x="898" y="883"/>
                    </a:cubicBezTo>
                    <a:cubicBezTo>
                      <a:pt x="898" y="885"/>
                      <a:pt x="898" y="886"/>
                      <a:pt x="898" y="887"/>
                    </a:cubicBezTo>
                    <a:cubicBezTo>
                      <a:pt x="898" y="935"/>
                      <a:pt x="891" y="983"/>
                      <a:pt x="872" y="1027"/>
                    </a:cubicBezTo>
                    <a:cubicBezTo>
                      <a:pt x="846" y="1086"/>
                      <a:pt x="804" y="1122"/>
                      <a:pt x="738" y="1127"/>
                    </a:cubicBezTo>
                    <a:cubicBezTo>
                      <a:pt x="732" y="1127"/>
                      <a:pt x="732" y="1131"/>
                      <a:pt x="731" y="1135"/>
                    </a:cubicBezTo>
                    <a:cubicBezTo>
                      <a:pt x="723" y="1170"/>
                      <a:pt x="714" y="1204"/>
                      <a:pt x="706" y="1238"/>
                    </a:cubicBezTo>
                    <a:cubicBezTo>
                      <a:pt x="705" y="1241"/>
                      <a:pt x="704" y="1244"/>
                      <a:pt x="704" y="1247"/>
                    </a:cubicBezTo>
                    <a:cubicBezTo>
                      <a:pt x="708" y="1244"/>
                      <a:pt x="710" y="1240"/>
                      <a:pt x="712" y="1236"/>
                    </a:cubicBezTo>
                    <a:cubicBezTo>
                      <a:pt x="734" y="1201"/>
                      <a:pt x="757" y="1167"/>
                      <a:pt x="789" y="1141"/>
                    </a:cubicBezTo>
                    <a:cubicBezTo>
                      <a:pt x="822" y="1116"/>
                      <a:pt x="858" y="1100"/>
                      <a:pt x="900" y="1099"/>
                    </a:cubicBezTo>
                    <a:cubicBezTo>
                      <a:pt x="900" y="1101"/>
                      <a:pt x="900" y="1104"/>
                      <a:pt x="900" y="1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Freeform 1267"/>
              <p:cNvSpPr/>
              <p:nvPr/>
            </p:nvSpPr>
            <p:spPr bwMode="auto">
              <a:xfrm>
                <a:off x="778431" y="2285369"/>
                <a:ext cx="474348" cy="977295"/>
              </a:xfrm>
              <a:custGeom>
                <a:avLst/>
                <a:gdLst>
                  <a:gd name="T0" fmla="*/ 165 w 918"/>
                  <a:gd name="T1" fmla="*/ 1085 h 1891"/>
                  <a:gd name="T2" fmla="*/ 26 w 918"/>
                  <a:gd name="T3" fmla="*/ 731 h 1891"/>
                  <a:gd name="T4" fmla="*/ 152 w 918"/>
                  <a:gd name="T5" fmla="*/ 898 h 1891"/>
                  <a:gd name="T6" fmla="*/ 82 w 918"/>
                  <a:gd name="T7" fmla="*/ 555 h 1891"/>
                  <a:gd name="T8" fmla="*/ 164 w 918"/>
                  <a:gd name="T9" fmla="*/ 607 h 1891"/>
                  <a:gd name="T10" fmla="*/ 218 w 918"/>
                  <a:gd name="T11" fmla="*/ 572 h 1891"/>
                  <a:gd name="T12" fmla="*/ 268 w 918"/>
                  <a:gd name="T13" fmla="*/ 258 h 1891"/>
                  <a:gd name="T14" fmla="*/ 337 w 918"/>
                  <a:gd name="T15" fmla="*/ 359 h 1891"/>
                  <a:gd name="T16" fmla="*/ 400 w 918"/>
                  <a:gd name="T17" fmla="*/ 195 h 1891"/>
                  <a:gd name="T18" fmla="*/ 414 w 918"/>
                  <a:gd name="T19" fmla="*/ 218 h 1891"/>
                  <a:gd name="T20" fmla="*/ 473 w 918"/>
                  <a:gd name="T21" fmla="*/ 209 h 1891"/>
                  <a:gd name="T22" fmla="*/ 534 w 918"/>
                  <a:gd name="T23" fmla="*/ 80 h 1891"/>
                  <a:gd name="T24" fmla="*/ 634 w 918"/>
                  <a:gd name="T25" fmla="*/ 88 h 1891"/>
                  <a:gd name="T26" fmla="*/ 643 w 918"/>
                  <a:gd name="T27" fmla="*/ 107 h 1891"/>
                  <a:gd name="T28" fmla="*/ 688 w 918"/>
                  <a:gd name="T29" fmla="*/ 173 h 1891"/>
                  <a:gd name="T30" fmla="*/ 494 w 918"/>
                  <a:gd name="T31" fmla="*/ 214 h 1891"/>
                  <a:gd name="T32" fmla="*/ 447 w 918"/>
                  <a:gd name="T33" fmla="*/ 264 h 1891"/>
                  <a:gd name="T34" fmla="*/ 545 w 918"/>
                  <a:gd name="T35" fmla="*/ 305 h 1891"/>
                  <a:gd name="T36" fmla="*/ 347 w 918"/>
                  <a:gd name="T37" fmla="*/ 373 h 1891"/>
                  <a:gd name="T38" fmla="*/ 405 w 918"/>
                  <a:gd name="T39" fmla="*/ 459 h 1891"/>
                  <a:gd name="T40" fmla="*/ 237 w 918"/>
                  <a:gd name="T41" fmla="*/ 570 h 1891"/>
                  <a:gd name="T42" fmla="*/ 327 w 918"/>
                  <a:gd name="T43" fmla="*/ 601 h 1891"/>
                  <a:gd name="T44" fmla="*/ 190 w 918"/>
                  <a:gd name="T45" fmla="*/ 730 h 1891"/>
                  <a:gd name="T46" fmla="*/ 274 w 918"/>
                  <a:gd name="T47" fmla="*/ 758 h 1891"/>
                  <a:gd name="T48" fmla="*/ 187 w 918"/>
                  <a:gd name="T49" fmla="*/ 858 h 1891"/>
                  <a:gd name="T50" fmla="*/ 318 w 918"/>
                  <a:gd name="T51" fmla="*/ 805 h 1891"/>
                  <a:gd name="T52" fmla="*/ 181 w 918"/>
                  <a:gd name="T53" fmla="*/ 1083 h 1891"/>
                  <a:gd name="T54" fmla="*/ 321 w 918"/>
                  <a:gd name="T55" fmla="*/ 922 h 1891"/>
                  <a:gd name="T56" fmla="*/ 199 w 918"/>
                  <a:gd name="T57" fmla="*/ 1160 h 1891"/>
                  <a:gd name="T58" fmla="*/ 342 w 918"/>
                  <a:gd name="T59" fmla="*/ 1078 h 1891"/>
                  <a:gd name="T60" fmla="*/ 271 w 918"/>
                  <a:gd name="T61" fmla="*/ 1334 h 1891"/>
                  <a:gd name="T62" fmla="*/ 390 w 918"/>
                  <a:gd name="T63" fmla="*/ 1237 h 1891"/>
                  <a:gd name="T64" fmla="*/ 384 w 918"/>
                  <a:gd name="T65" fmla="*/ 1513 h 1891"/>
                  <a:gd name="T66" fmla="*/ 430 w 918"/>
                  <a:gd name="T67" fmla="*/ 1513 h 1891"/>
                  <a:gd name="T68" fmla="*/ 541 w 918"/>
                  <a:gd name="T69" fmla="*/ 1674 h 1891"/>
                  <a:gd name="T70" fmla="*/ 624 w 918"/>
                  <a:gd name="T71" fmla="*/ 1508 h 1891"/>
                  <a:gd name="T72" fmla="*/ 776 w 918"/>
                  <a:gd name="T73" fmla="*/ 1808 h 1891"/>
                  <a:gd name="T74" fmla="*/ 903 w 918"/>
                  <a:gd name="T75" fmla="*/ 1868 h 1891"/>
                  <a:gd name="T76" fmla="*/ 654 w 918"/>
                  <a:gd name="T77" fmla="*/ 1881 h 1891"/>
                  <a:gd name="T78" fmla="*/ 397 w 918"/>
                  <a:gd name="T79" fmla="*/ 1758 h 1891"/>
                  <a:gd name="T80" fmla="*/ 538 w 918"/>
                  <a:gd name="T81" fmla="*/ 1691 h 1891"/>
                  <a:gd name="T82" fmla="*/ 185 w 918"/>
                  <a:gd name="T83" fmla="*/ 1581 h 1891"/>
                  <a:gd name="T84" fmla="*/ 460 w 918"/>
                  <a:gd name="T85" fmla="*/ 1631 h 1891"/>
                  <a:gd name="T86" fmla="*/ 361 w 918"/>
                  <a:gd name="T87" fmla="*/ 1529 h 1891"/>
                  <a:gd name="T88" fmla="*/ 70 w 918"/>
                  <a:gd name="T89" fmla="*/ 1358 h 1891"/>
                  <a:gd name="T90" fmla="*/ 316 w 918"/>
                  <a:gd name="T91" fmla="*/ 1463 h 1891"/>
                  <a:gd name="T92" fmla="*/ 13 w 918"/>
                  <a:gd name="T93" fmla="*/ 1142 h 1891"/>
                  <a:gd name="T94" fmla="*/ 217 w 918"/>
                  <a:gd name="T95" fmla="*/ 1275 h 1891"/>
                  <a:gd name="T96" fmla="*/ 2 w 918"/>
                  <a:gd name="T97" fmla="*/ 945 h 1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8" h="1891">
                    <a:moveTo>
                      <a:pt x="0" y="922"/>
                    </a:moveTo>
                    <a:cubicBezTo>
                      <a:pt x="27" y="924"/>
                      <a:pt x="51" y="936"/>
                      <a:pt x="73" y="951"/>
                    </a:cubicBezTo>
                    <a:cubicBezTo>
                      <a:pt x="107" y="975"/>
                      <a:pt x="129" y="1009"/>
                      <a:pt x="147" y="1046"/>
                    </a:cubicBezTo>
                    <a:cubicBezTo>
                      <a:pt x="153" y="1058"/>
                      <a:pt x="159" y="1071"/>
                      <a:pt x="165" y="1085"/>
                    </a:cubicBezTo>
                    <a:cubicBezTo>
                      <a:pt x="161" y="1047"/>
                      <a:pt x="157" y="1010"/>
                      <a:pt x="153" y="974"/>
                    </a:cubicBezTo>
                    <a:cubicBezTo>
                      <a:pt x="141" y="971"/>
                      <a:pt x="129" y="968"/>
                      <a:pt x="117" y="963"/>
                    </a:cubicBezTo>
                    <a:cubicBezTo>
                      <a:pt x="72" y="944"/>
                      <a:pt x="47" y="908"/>
                      <a:pt x="34" y="862"/>
                    </a:cubicBezTo>
                    <a:cubicBezTo>
                      <a:pt x="22" y="819"/>
                      <a:pt x="21" y="775"/>
                      <a:pt x="26" y="731"/>
                    </a:cubicBezTo>
                    <a:cubicBezTo>
                      <a:pt x="26" y="731"/>
                      <a:pt x="26" y="730"/>
                      <a:pt x="27" y="729"/>
                    </a:cubicBezTo>
                    <a:cubicBezTo>
                      <a:pt x="31" y="730"/>
                      <a:pt x="35" y="731"/>
                      <a:pt x="38" y="732"/>
                    </a:cubicBezTo>
                    <a:cubicBezTo>
                      <a:pt x="78" y="750"/>
                      <a:pt x="108" y="779"/>
                      <a:pt x="124" y="819"/>
                    </a:cubicBezTo>
                    <a:cubicBezTo>
                      <a:pt x="135" y="845"/>
                      <a:pt x="144" y="874"/>
                      <a:pt x="152" y="898"/>
                    </a:cubicBezTo>
                    <a:cubicBezTo>
                      <a:pt x="155" y="867"/>
                      <a:pt x="157" y="832"/>
                      <a:pt x="160" y="796"/>
                    </a:cubicBezTo>
                    <a:cubicBezTo>
                      <a:pt x="142" y="789"/>
                      <a:pt x="125" y="780"/>
                      <a:pt x="110" y="766"/>
                    </a:cubicBezTo>
                    <a:cubicBezTo>
                      <a:pt x="86" y="742"/>
                      <a:pt x="73" y="712"/>
                      <a:pt x="70" y="679"/>
                    </a:cubicBezTo>
                    <a:cubicBezTo>
                      <a:pt x="65" y="637"/>
                      <a:pt x="71" y="596"/>
                      <a:pt x="82" y="555"/>
                    </a:cubicBezTo>
                    <a:cubicBezTo>
                      <a:pt x="82" y="554"/>
                      <a:pt x="83" y="552"/>
                      <a:pt x="84" y="549"/>
                    </a:cubicBezTo>
                    <a:cubicBezTo>
                      <a:pt x="156" y="590"/>
                      <a:pt x="168" y="658"/>
                      <a:pt x="171" y="732"/>
                    </a:cubicBezTo>
                    <a:cubicBezTo>
                      <a:pt x="180" y="698"/>
                      <a:pt x="188" y="666"/>
                      <a:pt x="196" y="635"/>
                    </a:cubicBezTo>
                    <a:cubicBezTo>
                      <a:pt x="185" y="626"/>
                      <a:pt x="173" y="617"/>
                      <a:pt x="164" y="607"/>
                    </a:cubicBezTo>
                    <a:cubicBezTo>
                      <a:pt x="138" y="580"/>
                      <a:pt x="130" y="547"/>
                      <a:pt x="132" y="511"/>
                    </a:cubicBezTo>
                    <a:cubicBezTo>
                      <a:pt x="135" y="471"/>
                      <a:pt x="146" y="434"/>
                      <a:pt x="163" y="398"/>
                    </a:cubicBezTo>
                    <a:cubicBezTo>
                      <a:pt x="164" y="397"/>
                      <a:pt x="165" y="396"/>
                      <a:pt x="166" y="394"/>
                    </a:cubicBezTo>
                    <a:cubicBezTo>
                      <a:pt x="227" y="441"/>
                      <a:pt x="227" y="505"/>
                      <a:pt x="218" y="572"/>
                    </a:cubicBezTo>
                    <a:cubicBezTo>
                      <a:pt x="232" y="543"/>
                      <a:pt x="245" y="514"/>
                      <a:pt x="258" y="485"/>
                    </a:cubicBezTo>
                    <a:cubicBezTo>
                      <a:pt x="258" y="485"/>
                      <a:pt x="258" y="484"/>
                      <a:pt x="258" y="484"/>
                    </a:cubicBezTo>
                    <a:cubicBezTo>
                      <a:pt x="219" y="453"/>
                      <a:pt x="208" y="413"/>
                      <a:pt x="218" y="366"/>
                    </a:cubicBezTo>
                    <a:cubicBezTo>
                      <a:pt x="226" y="326"/>
                      <a:pt x="245" y="292"/>
                      <a:pt x="268" y="258"/>
                    </a:cubicBezTo>
                    <a:cubicBezTo>
                      <a:pt x="273" y="264"/>
                      <a:pt x="278" y="268"/>
                      <a:pt x="281" y="273"/>
                    </a:cubicBezTo>
                    <a:cubicBezTo>
                      <a:pt x="305" y="307"/>
                      <a:pt x="308" y="345"/>
                      <a:pt x="300" y="384"/>
                    </a:cubicBezTo>
                    <a:cubicBezTo>
                      <a:pt x="297" y="400"/>
                      <a:pt x="292" y="415"/>
                      <a:pt x="288" y="432"/>
                    </a:cubicBezTo>
                    <a:cubicBezTo>
                      <a:pt x="305" y="407"/>
                      <a:pt x="321" y="383"/>
                      <a:pt x="337" y="359"/>
                    </a:cubicBezTo>
                    <a:cubicBezTo>
                      <a:pt x="324" y="345"/>
                      <a:pt x="314" y="329"/>
                      <a:pt x="311" y="309"/>
                    </a:cubicBezTo>
                    <a:cubicBezTo>
                      <a:pt x="307" y="287"/>
                      <a:pt x="309" y="266"/>
                      <a:pt x="317" y="246"/>
                    </a:cubicBezTo>
                    <a:cubicBezTo>
                      <a:pt x="331" y="210"/>
                      <a:pt x="354" y="179"/>
                      <a:pt x="381" y="151"/>
                    </a:cubicBezTo>
                    <a:cubicBezTo>
                      <a:pt x="391" y="164"/>
                      <a:pt x="397" y="179"/>
                      <a:pt x="400" y="195"/>
                    </a:cubicBezTo>
                    <a:cubicBezTo>
                      <a:pt x="407" y="228"/>
                      <a:pt x="397" y="258"/>
                      <a:pt x="384" y="288"/>
                    </a:cubicBezTo>
                    <a:cubicBezTo>
                      <a:pt x="381" y="296"/>
                      <a:pt x="377" y="303"/>
                      <a:pt x="374" y="312"/>
                    </a:cubicBezTo>
                    <a:cubicBezTo>
                      <a:pt x="392" y="292"/>
                      <a:pt x="410" y="272"/>
                      <a:pt x="428" y="253"/>
                    </a:cubicBezTo>
                    <a:cubicBezTo>
                      <a:pt x="423" y="241"/>
                      <a:pt x="417" y="230"/>
                      <a:pt x="414" y="218"/>
                    </a:cubicBezTo>
                    <a:cubicBezTo>
                      <a:pt x="407" y="187"/>
                      <a:pt x="418" y="160"/>
                      <a:pt x="435" y="134"/>
                    </a:cubicBezTo>
                    <a:cubicBezTo>
                      <a:pt x="451" y="109"/>
                      <a:pt x="472" y="88"/>
                      <a:pt x="495" y="69"/>
                    </a:cubicBezTo>
                    <a:cubicBezTo>
                      <a:pt x="496" y="68"/>
                      <a:pt x="498" y="67"/>
                      <a:pt x="501" y="65"/>
                    </a:cubicBezTo>
                    <a:cubicBezTo>
                      <a:pt x="527" y="120"/>
                      <a:pt x="502" y="165"/>
                      <a:pt x="473" y="209"/>
                    </a:cubicBezTo>
                    <a:cubicBezTo>
                      <a:pt x="475" y="208"/>
                      <a:pt x="476" y="207"/>
                      <a:pt x="477" y="206"/>
                    </a:cubicBezTo>
                    <a:cubicBezTo>
                      <a:pt x="493" y="194"/>
                      <a:pt x="508" y="181"/>
                      <a:pt x="523" y="168"/>
                    </a:cubicBezTo>
                    <a:cubicBezTo>
                      <a:pt x="527" y="165"/>
                      <a:pt x="529" y="162"/>
                      <a:pt x="526" y="156"/>
                    </a:cubicBezTo>
                    <a:cubicBezTo>
                      <a:pt x="515" y="129"/>
                      <a:pt x="520" y="104"/>
                      <a:pt x="534" y="80"/>
                    </a:cubicBezTo>
                    <a:cubicBezTo>
                      <a:pt x="549" y="54"/>
                      <a:pt x="593" y="14"/>
                      <a:pt x="622" y="0"/>
                    </a:cubicBezTo>
                    <a:cubicBezTo>
                      <a:pt x="631" y="23"/>
                      <a:pt x="630" y="46"/>
                      <a:pt x="620" y="66"/>
                    </a:cubicBezTo>
                    <a:cubicBezTo>
                      <a:pt x="610" y="86"/>
                      <a:pt x="596" y="105"/>
                      <a:pt x="583" y="126"/>
                    </a:cubicBezTo>
                    <a:cubicBezTo>
                      <a:pt x="601" y="113"/>
                      <a:pt x="620" y="103"/>
                      <a:pt x="634" y="88"/>
                    </a:cubicBezTo>
                    <a:cubicBezTo>
                      <a:pt x="676" y="41"/>
                      <a:pt x="728" y="14"/>
                      <a:pt x="789" y="7"/>
                    </a:cubicBezTo>
                    <a:cubicBezTo>
                      <a:pt x="805" y="5"/>
                      <a:pt x="821" y="5"/>
                      <a:pt x="840" y="4"/>
                    </a:cubicBezTo>
                    <a:cubicBezTo>
                      <a:pt x="837" y="7"/>
                      <a:pt x="836" y="9"/>
                      <a:pt x="835" y="10"/>
                    </a:cubicBezTo>
                    <a:cubicBezTo>
                      <a:pt x="780" y="60"/>
                      <a:pt x="717" y="94"/>
                      <a:pt x="643" y="107"/>
                    </a:cubicBezTo>
                    <a:cubicBezTo>
                      <a:pt x="641" y="107"/>
                      <a:pt x="639" y="108"/>
                      <a:pt x="637" y="109"/>
                    </a:cubicBezTo>
                    <a:cubicBezTo>
                      <a:pt x="622" y="118"/>
                      <a:pt x="608" y="127"/>
                      <a:pt x="594" y="136"/>
                    </a:cubicBezTo>
                    <a:cubicBezTo>
                      <a:pt x="640" y="122"/>
                      <a:pt x="684" y="119"/>
                      <a:pt x="722" y="159"/>
                    </a:cubicBezTo>
                    <a:cubicBezTo>
                      <a:pt x="710" y="164"/>
                      <a:pt x="699" y="169"/>
                      <a:pt x="688" y="173"/>
                    </a:cubicBezTo>
                    <a:cubicBezTo>
                      <a:pt x="658" y="185"/>
                      <a:pt x="627" y="195"/>
                      <a:pt x="593" y="193"/>
                    </a:cubicBezTo>
                    <a:cubicBezTo>
                      <a:pt x="576" y="192"/>
                      <a:pt x="561" y="187"/>
                      <a:pt x="546" y="178"/>
                    </a:cubicBezTo>
                    <a:cubicBezTo>
                      <a:pt x="542" y="175"/>
                      <a:pt x="539" y="176"/>
                      <a:pt x="534" y="179"/>
                    </a:cubicBezTo>
                    <a:cubicBezTo>
                      <a:pt x="521" y="191"/>
                      <a:pt x="507" y="202"/>
                      <a:pt x="494" y="214"/>
                    </a:cubicBezTo>
                    <a:cubicBezTo>
                      <a:pt x="541" y="193"/>
                      <a:pt x="587" y="188"/>
                      <a:pt x="632" y="225"/>
                    </a:cubicBezTo>
                    <a:cubicBezTo>
                      <a:pt x="615" y="234"/>
                      <a:pt x="601" y="243"/>
                      <a:pt x="585" y="250"/>
                    </a:cubicBezTo>
                    <a:cubicBezTo>
                      <a:pt x="563" y="261"/>
                      <a:pt x="540" y="271"/>
                      <a:pt x="515" y="274"/>
                    </a:cubicBezTo>
                    <a:cubicBezTo>
                      <a:pt x="491" y="277"/>
                      <a:pt x="469" y="274"/>
                      <a:pt x="447" y="264"/>
                    </a:cubicBezTo>
                    <a:cubicBezTo>
                      <a:pt x="445" y="263"/>
                      <a:pt x="440" y="264"/>
                      <a:pt x="439" y="265"/>
                    </a:cubicBezTo>
                    <a:cubicBezTo>
                      <a:pt x="425" y="280"/>
                      <a:pt x="411" y="295"/>
                      <a:pt x="397" y="311"/>
                    </a:cubicBezTo>
                    <a:cubicBezTo>
                      <a:pt x="420" y="297"/>
                      <a:pt x="443" y="286"/>
                      <a:pt x="470" y="284"/>
                    </a:cubicBezTo>
                    <a:cubicBezTo>
                      <a:pt x="497" y="282"/>
                      <a:pt x="522" y="289"/>
                      <a:pt x="545" y="305"/>
                    </a:cubicBezTo>
                    <a:cubicBezTo>
                      <a:pt x="541" y="309"/>
                      <a:pt x="538" y="311"/>
                      <a:pt x="534" y="314"/>
                    </a:cubicBezTo>
                    <a:cubicBezTo>
                      <a:pt x="509" y="334"/>
                      <a:pt x="482" y="352"/>
                      <a:pt x="453" y="364"/>
                    </a:cubicBezTo>
                    <a:cubicBezTo>
                      <a:pt x="422" y="377"/>
                      <a:pt x="391" y="379"/>
                      <a:pt x="359" y="369"/>
                    </a:cubicBezTo>
                    <a:cubicBezTo>
                      <a:pt x="353" y="368"/>
                      <a:pt x="350" y="368"/>
                      <a:pt x="347" y="373"/>
                    </a:cubicBezTo>
                    <a:cubicBezTo>
                      <a:pt x="337" y="389"/>
                      <a:pt x="326" y="404"/>
                      <a:pt x="316" y="420"/>
                    </a:cubicBezTo>
                    <a:cubicBezTo>
                      <a:pt x="314" y="422"/>
                      <a:pt x="313" y="424"/>
                      <a:pt x="312" y="427"/>
                    </a:cubicBezTo>
                    <a:cubicBezTo>
                      <a:pt x="359" y="386"/>
                      <a:pt x="409" y="371"/>
                      <a:pt x="468" y="400"/>
                    </a:cubicBezTo>
                    <a:cubicBezTo>
                      <a:pt x="449" y="423"/>
                      <a:pt x="428" y="442"/>
                      <a:pt x="405" y="459"/>
                    </a:cubicBezTo>
                    <a:cubicBezTo>
                      <a:pt x="388" y="471"/>
                      <a:pt x="370" y="483"/>
                      <a:pt x="350" y="488"/>
                    </a:cubicBezTo>
                    <a:cubicBezTo>
                      <a:pt x="338" y="491"/>
                      <a:pt x="325" y="494"/>
                      <a:pt x="312" y="494"/>
                    </a:cubicBezTo>
                    <a:cubicBezTo>
                      <a:pt x="300" y="495"/>
                      <a:pt x="287" y="493"/>
                      <a:pt x="273" y="492"/>
                    </a:cubicBezTo>
                    <a:cubicBezTo>
                      <a:pt x="262" y="518"/>
                      <a:pt x="249" y="544"/>
                      <a:pt x="237" y="570"/>
                    </a:cubicBezTo>
                    <a:cubicBezTo>
                      <a:pt x="238" y="571"/>
                      <a:pt x="238" y="571"/>
                      <a:pt x="239" y="571"/>
                    </a:cubicBezTo>
                    <a:cubicBezTo>
                      <a:pt x="280" y="516"/>
                      <a:pt x="331" y="491"/>
                      <a:pt x="402" y="514"/>
                    </a:cubicBezTo>
                    <a:cubicBezTo>
                      <a:pt x="397" y="520"/>
                      <a:pt x="394" y="526"/>
                      <a:pt x="390" y="532"/>
                    </a:cubicBezTo>
                    <a:cubicBezTo>
                      <a:pt x="372" y="557"/>
                      <a:pt x="351" y="581"/>
                      <a:pt x="327" y="601"/>
                    </a:cubicBezTo>
                    <a:cubicBezTo>
                      <a:pt x="296" y="627"/>
                      <a:pt x="261" y="639"/>
                      <a:pt x="221" y="638"/>
                    </a:cubicBezTo>
                    <a:cubicBezTo>
                      <a:pt x="215" y="638"/>
                      <a:pt x="212" y="640"/>
                      <a:pt x="211" y="646"/>
                    </a:cubicBezTo>
                    <a:cubicBezTo>
                      <a:pt x="204" y="672"/>
                      <a:pt x="197" y="699"/>
                      <a:pt x="190" y="725"/>
                    </a:cubicBezTo>
                    <a:cubicBezTo>
                      <a:pt x="190" y="727"/>
                      <a:pt x="190" y="728"/>
                      <a:pt x="190" y="730"/>
                    </a:cubicBezTo>
                    <a:cubicBezTo>
                      <a:pt x="209" y="690"/>
                      <a:pt x="235" y="657"/>
                      <a:pt x="279" y="643"/>
                    </a:cubicBezTo>
                    <a:cubicBezTo>
                      <a:pt x="302" y="635"/>
                      <a:pt x="332" y="633"/>
                      <a:pt x="353" y="640"/>
                    </a:cubicBezTo>
                    <a:cubicBezTo>
                      <a:pt x="348" y="649"/>
                      <a:pt x="344" y="659"/>
                      <a:pt x="340" y="668"/>
                    </a:cubicBezTo>
                    <a:cubicBezTo>
                      <a:pt x="322" y="701"/>
                      <a:pt x="302" y="733"/>
                      <a:pt x="274" y="758"/>
                    </a:cubicBezTo>
                    <a:cubicBezTo>
                      <a:pt x="249" y="781"/>
                      <a:pt x="219" y="793"/>
                      <a:pt x="185" y="797"/>
                    </a:cubicBezTo>
                    <a:cubicBezTo>
                      <a:pt x="180" y="798"/>
                      <a:pt x="177" y="798"/>
                      <a:pt x="176" y="804"/>
                    </a:cubicBezTo>
                    <a:cubicBezTo>
                      <a:pt x="174" y="837"/>
                      <a:pt x="171" y="870"/>
                      <a:pt x="169" y="904"/>
                    </a:cubicBezTo>
                    <a:cubicBezTo>
                      <a:pt x="175" y="888"/>
                      <a:pt x="180" y="872"/>
                      <a:pt x="187" y="858"/>
                    </a:cubicBezTo>
                    <a:cubicBezTo>
                      <a:pt x="213" y="804"/>
                      <a:pt x="257" y="778"/>
                      <a:pt x="316" y="777"/>
                    </a:cubicBezTo>
                    <a:cubicBezTo>
                      <a:pt x="318" y="777"/>
                      <a:pt x="319" y="777"/>
                      <a:pt x="321" y="777"/>
                    </a:cubicBezTo>
                    <a:cubicBezTo>
                      <a:pt x="322" y="777"/>
                      <a:pt x="323" y="778"/>
                      <a:pt x="325" y="778"/>
                    </a:cubicBezTo>
                    <a:cubicBezTo>
                      <a:pt x="322" y="787"/>
                      <a:pt x="320" y="796"/>
                      <a:pt x="318" y="805"/>
                    </a:cubicBezTo>
                    <a:cubicBezTo>
                      <a:pt x="308" y="837"/>
                      <a:pt x="295" y="869"/>
                      <a:pt x="276" y="897"/>
                    </a:cubicBezTo>
                    <a:cubicBezTo>
                      <a:pt x="252" y="935"/>
                      <a:pt x="218" y="958"/>
                      <a:pt x="177" y="971"/>
                    </a:cubicBezTo>
                    <a:cubicBezTo>
                      <a:pt x="172" y="972"/>
                      <a:pt x="170" y="973"/>
                      <a:pt x="171" y="979"/>
                    </a:cubicBezTo>
                    <a:cubicBezTo>
                      <a:pt x="174" y="1013"/>
                      <a:pt x="178" y="1048"/>
                      <a:pt x="181" y="1083"/>
                    </a:cubicBezTo>
                    <a:cubicBezTo>
                      <a:pt x="182" y="1083"/>
                      <a:pt x="183" y="1083"/>
                      <a:pt x="183" y="1083"/>
                    </a:cubicBezTo>
                    <a:cubicBezTo>
                      <a:pt x="185" y="1074"/>
                      <a:pt x="185" y="1064"/>
                      <a:pt x="187" y="1055"/>
                    </a:cubicBezTo>
                    <a:cubicBezTo>
                      <a:pt x="188" y="1045"/>
                      <a:pt x="190" y="1036"/>
                      <a:pt x="193" y="1027"/>
                    </a:cubicBezTo>
                    <a:cubicBezTo>
                      <a:pt x="211" y="963"/>
                      <a:pt x="262" y="927"/>
                      <a:pt x="321" y="922"/>
                    </a:cubicBezTo>
                    <a:cubicBezTo>
                      <a:pt x="320" y="934"/>
                      <a:pt x="319" y="946"/>
                      <a:pt x="317" y="958"/>
                    </a:cubicBezTo>
                    <a:cubicBezTo>
                      <a:pt x="313" y="991"/>
                      <a:pt x="306" y="1023"/>
                      <a:pt x="293" y="1054"/>
                    </a:cubicBezTo>
                    <a:cubicBezTo>
                      <a:pt x="276" y="1096"/>
                      <a:pt x="245" y="1128"/>
                      <a:pt x="204" y="1148"/>
                    </a:cubicBezTo>
                    <a:cubicBezTo>
                      <a:pt x="198" y="1151"/>
                      <a:pt x="197" y="1154"/>
                      <a:pt x="199" y="1160"/>
                    </a:cubicBezTo>
                    <a:cubicBezTo>
                      <a:pt x="210" y="1195"/>
                      <a:pt x="222" y="1230"/>
                      <a:pt x="233" y="1266"/>
                    </a:cubicBezTo>
                    <a:cubicBezTo>
                      <a:pt x="233" y="1268"/>
                      <a:pt x="235" y="1270"/>
                      <a:pt x="235" y="1271"/>
                    </a:cubicBezTo>
                    <a:cubicBezTo>
                      <a:pt x="235" y="1252"/>
                      <a:pt x="233" y="1233"/>
                      <a:pt x="233" y="1214"/>
                    </a:cubicBezTo>
                    <a:cubicBezTo>
                      <a:pt x="235" y="1150"/>
                      <a:pt x="280" y="1094"/>
                      <a:pt x="342" y="1078"/>
                    </a:cubicBezTo>
                    <a:cubicBezTo>
                      <a:pt x="343" y="1077"/>
                      <a:pt x="343" y="1078"/>
                      <a:pt x="345" y="1078"/>
                    </a:cubicBezTo>
                    <a:cubicBezTo>
                      <a:pt x="346" y="1091"/>
                      <a:pt x="348" y="1104"/>
                      <a:pt x="349" y="1117"/>
                    </a:cubicBezTo>
                    <a:cubicBezTo>
                      <a:pt x="351" y="1153"/>
                      <a:pt x="351" y="1189"/>
                      <a:pt x="342" y="1225"/>
                    </a:cubicBezTo>
                    <a:cubicBezTo>
                      <a:pt x="332" y="1270"/>
                      <a:pt x="307" y="1306"/>
                      <a:pt x="271" y="1334"/>
                    </a:cubicBezTo>
                    <a:cubicBezTo>
                      <a:pt x="269" y="1336"/>
                      <a:pt x="267" y="1337"/>
                      <a:pt x="265" y="1339"/>
                    </a:cubicBezTo>
                    <a:cubicBezTo>
                      <a:pt x="285" y="1380"/>
                      <a:pt x="307" y="1419"/>
                      <a:pt x="334" y="1457"/>
                    </a:cubicBezTo>
                    <a:cubicBezTo>
                      <a:pt x="328" y="1439"/>
                      <a:pt x="323" y="1422"/>
                      <a:pt x="319" y="1405"/>
                    </a:cubicBezTo>
                    <a:cubicBezTo>
                      <a:pt x="302" y="1336"/>
                      <a:pt x="329" y="1273"/>
                      <a:pt x="390" y="1237"/>
                    </a:cubicBezTo>
                    <a:cubicBezTo>
                      <a:pt x="393" y="1235"/>
                      <a:pt x="397" y="1233"/>
                      <a:pt x="402" y="1230"/>
                    </a:cubicBezTo>
                    <a:cubicBezTo>
                      <a:pt x="408" y="1254"/>
                      <a:pt x="416" y="1277"/>
                      <a:pt x="421" y="1300"/>
                    </a:cubicBezTo>
                    <a:cubicBezTo>
                      <a:pt x="429" y="1333"/>
                      <a:pt x="434" y="1366"/>
                      <a:pt x="431" y="1399"/>
                    </a:cubicBezTo>
                    <a:cubicBezTo>
                      <a:pt x="428" y="1442"/>
                      <a:pt x="411" y="1480"/>
                      <a:pt x="384" y="1513"/>
                    </a:cubicBezTo>
                    <a:cubicBezTo>
                      <a:pt x="383" y="1514"/>
                      <a:pt x="381" y="1516"/>
                      <a:pt x="379" y="1518"/>
                    </a:cubicBezTo>
                    <a:cubicBezTo>
                      <a:pt x="409" y="1554"/>
                      <a:pt x="441" y="1588"/>
                      <a:pt x="478" y="1619"/>
                    </a:cubicBezTo>
                    <a:cubicBezTo>
                      <a:pt x="474" y="1614"/>
                      <a:pt x="470" y="1609"/>
                      <a:pt x="467" y="1604"/>
                    </a:cubicBezTo>
                    <a:cubicBezTo>
                      <a:pt x="448" y="1576"/>
                      <a:pt x="434" y="1547"/>
                      <a:pt x="430" y="1513"/>
                    </a:cubicBezTo>
                    <a:cubicBezTo>
                      <a:pt x="422" y="1455"/>
                      <a:pt x="450" y="1403"/>
                      <a:pt x="491" y="1374"/>
                    </a:cubicBezTo>
                    <a:cubicBezTo>
                      <a:pt x="524" y="1429"/>
                      <a:pt x="554" y="1485"/>
                      <a:pt x="564" y="1550"/>
                    </a:cubicBezTo>
                    <a:cubicBezTo>
                      <a:pt x="571" y="1591"/>
                      <a:pt x="563" y="1630"/>
                      <a:pt x="545" y="1668"/>
                    </a:cubicBezTo>
                    <a:cubicBezTo>
                      <a:pt x="544" y="1670"/>
                      <a:pt x="543" y="1672"/>
                      <a:pt x="541" y="1674"/>
                    </a:cubicBezTo>
                    <a:cubicBezTo>
                      <a:pt x="585" y="1708"/>
                      <a:pt x="632" y="1737"/>
                      <a:pt x="682" y="1762"/>
                    </a:cubicBezTo>
                    <a:cubicBezTo>
                      <a:pt x="680" y="1760"/>
                      <a:pt x="677" y="1758"/>
                      <a:pt x="675" y="1756"/>
                    </a:cubicBezTo>
                    <a:cubicBezTo>
                      <a:pt x="648" y="1733"/>
                      <a:pt x="624" y="1709"/>
                      <a:pt x="607" y="1678"/>
                    </a:cubicBezTo>
                    <a:cubicBezTo>
                      <a:pt x="577" y="1624"/>
                      <a:pt x="584" y="1556"/>
                      <a:pt x="624" y="1508"/>
                    </a:cubicBezTo>
                    <a:cubicBezTo>
                      <a:pt x="631" y="1515"/>
                      <a:pt x="637" y="1521"/>
                      <a:pt x="643" y="1527"/>
                    </a:cubicBezTo>
                    <a:cubicBezTo>
                      <a:pt x="681" y="1565"/>
                      <a:pt x="715" y="1605"/>
                      <a:pt x="742" y="1650"/>
                    </a:cubicBezTo>
                    <a:cubicBezTo>
                      <a:pt x="770" y="1697"/>
                      <a:pt x="780" y="1747"/>
                      <a:pt x="770" y="1800"/>
                    </a:cubicBezTo>
                    <a:cubicBezTo>
                      <a:pt x="769" y="1806"/>
                      <a:pt x="773" y="1807"/>
                      <a:pt x="776" y="1808"/>
                    </a:cubicBezTo>
                    <a:cubicBezTo>
                      <a:pt x="817" y="1822"/>
                      <a:pt x="858" y="1837"/>
                      <a:pt x="900" y="1851"/>
                    </a:cubicBezTo>
                    <a:cubicBezTo>
                      <a:pt x="902" y="1852"/>
                      <a:pt x="905" y="1853"/>
                      <a:pt x="908" y="1853"/>
                    </a:cubicBezTo>
                    <a:cubicBezTo>
                      <a:pt x="913" y="1855"/>
                      <a:pt x="918" y="1858"/>
                      <a:pt x="915" y="1864"/>
                    </a:cubicBezTo>
                    <a:cubicBezTo>
                      <a:pt x="913" y="1870"/>
                      <a:pt x="909" y="1870"/>
                      <a:pt x="903" y="1868"/>
                    </a:cubicBezTo>
                    <a:cubicBezTo>
                      <a:pt x="890" y="1864"/>
                      <a:pt x="877" y="1861"/>
                      <a:pt x="864" y="1856"/>
                    </a:cubicBezTo>
                    <a:cubicBezTo>
                      <a:pt x="832" y="1845"/>
                      <a:pt x="801" y="1834"/>
                      <a:pt x="770" y="1822"/>
                    </a:cubicBezTo>
                    <a:cubicBezTo>
                      <a:pt x="764" y="1820"/>
                      <a:pt x="762" y="1820"/>
                      <a:pt x="758" y="1825"/>
                    </a:cubicBezTo>
                    <a:cubicBezTo>
                      <a:pt x="731" y="1857"/>
                      <a:pt x="695" y="1874"/>
                      <a:pt x="654" y="1881"/>
                    </a:cubicBezTo>
                    <a:cubicBezTo>
                      <a:pt x="590" y="1891"/>
                      <a:pt x="531" y="1875"/>
                      <a:pt x="473" y="1850"/>
                    </a:cubicBezTo>
                    <a:cubicBezTo>
                      <a:pt x="436" y="1833"/>
                      <a:pt x="401" y="1813"/>
                      <a:pt x="368" y="1789"/>
                    </a:cubicBezTo>
                    <a:cubicBezTo>
                      <a:pt x="364" y="1787"/>
                      <a:pt x="361" y="1783"/>
                      <a:pt x="356" y="1780"/>
                    </a:cubicBezTo>
                    <a:cubicBezTo>
                      <a:pt x="369" y="1770"/>
                      <a:pt x="383" y="1763"/>
                      <a:pt x="397" y="1758"/>
                    </a:cubicBezTo>
                    <a:cubicBezTo>
                      <a:pt x="449" y="1738"/>
                      <a:pt x="501" y="1736"/>
                      <a:pt x="555" y="1749"/>
                    </a:cubicBezTo>
                    <a:cubicBezTo>
                      <a:pt x="597" y="1758"/>
                      <a:pt x="639" y="1770"/>
                      <a:pt x="682" y="1782"/>
                    </a:cubicBezTo>
                    <a:cubicBezTo>
                      <a:pt x="678" y="1780"/>
                      <a:pt x="675" y="1778"/>
                      <a:pt x="671" y="1776"/>
                    </a:cubicBezTo>
                    <a:cubicBezTo>
                      <a:pt x="624" y="1751"/>
                      <a:pt x="580" y="1723"/>
                      <a:pt x="538" y="1691"/>
                    </a:cubicBezTo>
                    <a:cubicBezTo>
                      <a:pt x="533" y="1687"/>
                      <a:pt x="529" y="1687"/>
                      <a:pt x="524" y="1691"/>
                    </a:cubicBezTo>
                    <a:cubicBezTo>
                      <a:pt x="484" y="1719"/>
                      <a:pt x="440" y="1726"/>
                      <a:pt x="392" y="1718"/>
                    </a:cubicBezTo>
                    <a:cubicBezTo>
                      <a:pt x="347" y="1710"/>
                      <a:pt x="308" y="1689"/>
                      <a:pt x="272" y="1662"/>
                    </a:cubicBezTo>
                    <a:cubicBezTo>
                      <a:pt x="240" y="1638"/>
                      <a:pt x="211" y="1611"/>
                      <a:pt x="185" y="1581"/>
                    </a:cubicBezTo>
                    <a:cubicBezTo>
                      <a:pt x="183" y="1578"/>
                      <a:pt x="181" y="1575"/>
                      <a:pt x="178" y="1571"/>
                    </a:cubicBezTo>
                    <a:cubicBezTo>
                      <a:pt x="188" y="1568"/>
                      <a:pt x="198" y="1564"/>
                      <a:pt x="207" y="1562"/>
                    </a:cubicBezTo>
                    <a:cubicBezTo>
                      <a:pt x="263" y="1549"/>
                      <a:pt x="317" y="1557"/>
                      <a:pt x="368" y="1582"/>
                    </a:cubicBezTo>
                    <a:cubicBezTo>
                      <a:pt x="399" y="1597"/>
                      <a:pt x="429" y="1614"/>
                      <a:pt x="460" y="1631"/>
                    </a:cubicBezTo>
                    <a:cubicBezTo>
                      <a:pt x="462" y="1632"/>
                      <a:pt x="464" y="1633"/>
                      <a:pt x="467" y="1633"/>
                    </a:cubicBezTo>
                    <a:cubicBezTo>
                      <a:pt x="459" y="1625"/>
                      <a:pt x="450" y="1618"/>
                      <a:pt x="442" y="1610"/>
                    </a:cubicBezTo>
                    <a:cubicBezTo>
                      <a:pt x="418" y="1584"/>
                      <a:pt x="394" y="1558"/>
                      <a:pt x="370" y="1532"/>
                    </a:cubicBezTo>
                    <a:cubicBezTo>
                      <a:pt x="367" y="1528"/>
                      <a:pt x="365" y="1527"/>
                      <a:pt x="361" y="1529"/>
                    </a:cubicBezTo>
                    <a:cubicBezTo>
                      <a:pt x="311" y="1551"/>
                      <a:pt x="262" y="1546"/>
                      <a:pt x="215" y="1522"/>
                    </a:cubicBezTo>
                    <a:cubicBezTo>
                      <a:pt x="171" y="1499"/>
                      <a:pt x="138" y="1464"/>
                      <a:pt x="110" y="1425"/>
                    </a:cubicBezTo>
                    <a:cubicBezTo>
                      <a:pt x="97" y="1406"/>
                      <a:pt x="86" y="1385"/>
                      <a:pt x="74" y="1366"/>
                    </a:cubicBezTo>
                    <a:cubicBezTo>
                      <a:pt x="72" y="1364"/>
                      <a:pt x="72" y="1361"/>
                      <a:pt x="70" y="1358"/>
                    </a:cubicBezTo>
                    <a:cubicBezTo>
                      <a:pt x="90" y="1353"/>
                      <a:pt x="108" y="1353"/>
                      <a:pt x="127" y="1355"/>
                    </a:cubicBezTo>
                    <a:cubicBezTo>
                      <a:pt x="174" y="1359"/>
                      <a:pt x="216" y="1379"/>
                      <a:pt x="252" y="1408"/>
                    </a:cubicBezTo>
                    <a:cubicBezTo>
                      <a:pt x="273" y="1425"/>
                      <a:pt x="293" y="1443"/>
                      <a:pt x="314" y="1461"/>
                    </a:cubicBezTo>
                    <a:cubicBezTo>
                      <a:pt x="315" y="1462"/>
                      <a:pt x="316" y="1463"/>
                      <a:pt x="316" y="1463"/>
                    </a:cubicBezTo>
                    <a:cubicBezTo>
                      <a:pt x="294" y="1424"/>
                      <a:pt x="271" y="1386"/>
                      <a:pt x="248" y="1346"/>
                    </a:cubicBezTo>
                    <a:cubicBezTo>
                      <a:pt x="227" y="1351"/>
                      <a:pt x="204" y="1352"/>
                      <a:pt x="182" y="1347"/>
                    </a:cubicBezTo>
                    <a:cubicBezTo>
                      <a:pt x="138" y="1337"/>
                      <a:pt x="104" y="1312"/>
                      <a:pt x="78" y="1278"/>
                    </a:cubicBezTo>
                    <a:cubicBezTo>
                      <a:pt x="47" y="1237"/>
                      <a:pt x="27" y="1191"/>
                      <a:pt x="13" y="1142"/>
                    </a:cubicBezTo>
                    <a:cubicBezTo>
                      <a:pt x="13" y="1141"/>
                      <a:pt x="13" y="1139"/>
                      <a:pt x="12" y="1135"/>
                    </a:cubicBezTo>
                    <a:cubicBezTo>
                      <a:pt x="26" y="1137"/>
                      <a:pt x="40" y="1138"/>
                      <a:pt x="53" y="1141"/>
                    </a:cubicBezTo>
                    <a:cubicBezTo>
                      <a:pt x="105" y="1152"/>
                      <a:pt x="145" y="1182"/>
                      <a:pt x="177" y="1222"/>
                    </a:cubicBezTo>
                    <a:cubicBezTo>
                      <a:pt x="191" y="1240"/>
                      <a:pt x="205" y="1258"/>
                      <a:pt x="217" y="1275"/>
                    </a:cubicBezTo>
                    <a:cubicBezTo>
                      <a:pt x="205" y="1237"/>
                      <a:pt x="192" y="1197"/>
                      <a:pt x="180" y="1156"/>
                    </a:cubicBezTo>
                    <a:cubicBezTo>
                      <a:pt x="168" y="1155"/>
                      <a:pt x="156" y="1155"/>
                      <a:pt x="144" y="1152"/>
                    </a:cubicBezTo>
                    <a:cubicBezTo>
                      <a:pt x="97" y="1142"/>
                      <a:pt x="64" y="1114"/>
                      <a:pt x="40" y="1073"/>
                    </a:cubicBezTo>
                    <a:cubicBezTo>
                      <a:pt x="18" y="1033"/>
                      <a:pt x="8" y="990"/>
                      <a:pt x="2" y="945"/>
                    </a:cubicBezTo>
                    <a:cubicBezTo>
                      <a:pt x="1" y="942"/>
                      <a:pt x="1" y="940"/>
                      <a:pt x="0" y="937"/>
                    </a:cubicBezTo>
                    <a:cubicBezTo>
                      <a:pt x="0" y="932"/>
                      <a:pt x="0" y="927"/>
                      <a:pt x="0" y="9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5021780" y="2724158"/>
            <a:ext cx="2623130" cy="1009250"/>
            <a:chOff x="929540" y="1307312"/>
            <a:chExt cx="2623130" cy="1009250"/>
          </a:xfrm>
        </p:grpSpPr>
        <p:sp>
          <p:nvSpPr>
            <p:cNvPr id="32" name="矩形 31"/>
            <p:cNvSpPr/>
            <p:nvPr/>
          </p:nvSpPr>
          <p:spPr>
            <a:xfrm>
              <a:off x="1530591" y="1428263"/>
              <a:ext cx="1421028" cy="3292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20XX</a:t>
              </a:r>
              <a:r>
                <a:rPr lang="zh-CN" altLang="en-US" sz="18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年度</a:t>
              </a:r>
              <a:endParaRPr lang="zh-CN" altLang="en-US" sz="18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302795" y="1830491"/>
              <a:ext cx="1876621" cy="3018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输入企业荣誉称号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929540" y="1307312"/>
              <a:ext cx="2623130" cy="1009250"/>
              <a:chOff x="778431" y="2285369"/>
              <a:chExt cx="2540080" cy="977295"/>
            </a:xfrm>
            <a:gradFill>
              <a:gsLst>
                <a:gs pos="0">
                  <a:srgbClr val="EC5630"/>
                </a:gs>
                <a:gs pos="100000">
                  <a:srgbClr val="C53811"/>
                </a:gs>
              </a:gsLst>
              <a:lin ang="5400000" scaled="1"/>
            </a:gradFill>
          </p:grpSpPr>
          <p:sp>
            <p:nvSpPr>
              <p:cNvPr id="35" name="Freeform 1266"/>
              <p:cNvSpPr/>
              <p:nvPr/>
            </p:nvSpPr>
            <p:spPr bwMode="auto">
              <a:xfrm>
                <a:off x="2852964" y="2285369"/>
                <a:ext cx="465547" cy="975536"/>
              </a:xfrm>
              <a:custGeom>
                <a:avLst/>
                <a:gdLst>
                  <a:gd name="T0" fmla="*/ 683 w 900"/>
                  <a:gd name="T1" fmla="*/ 1322 h 1887"/>
                  <a:gd name="T2" fmla="*/ 621 w 900"/>
                  <a:gd name="T3" fmla="*/ 1439 h 1887"/>
                  <a:gd name="T4" fmla="*/ 824 w 900"/>
                  <a:gd name="T5" fmla="*/ 1387 h 1887"/>
                  <a:gd name="T6" fmla="*/ 479 w 900"/>
                  <a:gd name="T7" fmla="*/ 1621 h 1887"/>
                  <a:gd name="T8" fmla="*/ 762 w 900"/>
                  <a:gd name="T9" fmla="*/ 1543 h 1887"/>
                  <a:gd name="T10" fmla="*/ 431 w 900"/>
                  <a:gd name="T11" fmla="*/ 1687 h 1887"/>
                  <a:gd name="T12" fmla="*/ 436 w 900"/>
                  <a:gd name="T13" fmla="*/ 1733 h 1887"/>
                  <a:gd name="T14" fmla="*/ 559 w 900"/>
                  <a:gd name="T15" fmla="*/ 1792 h 1887"/>
                  <a:gd name="T16" fmla="*/ 194 w 900"/>
                  <a:gd name="T17" fmla="*/ 1826 h 1887"/>
                  <a:gd name="T18" fmla="*/ 51 w 900"/>
                  <a:gd name="T19" fmla="*/ 1867 h 1887"/>
                  <a:gd name="T20" fmla="*/ 309 w 900"/>
                  <a:gd name="T21" fmla="*/ 1508 h 1887"/>
                  <a:gd name="T22" fmla="*/ 270 w 900"/>
                  <a:gd name="T23" fmla="*/ 1764 h 1887"/>
                  <a:gd name="T24" fmla="*/ 434 w 900"/>
                  <a:gd name="T25" fmla="*/ 1368 h 1887"/>
                  <a:gd name="T26" fmla="*/ 466 w 900"/>
                  <a:gd name="T27" fmla="*/ 1606 h 1887"/>
                  <a:gd name="T28" fmla="*/ 495 w 900"/>
                  <a:gd name="T29" fmla="*/ 1364 h 1887"/>
                  <a:gd name="T30" fmla="*/ 599 w 900"/>
                  <a:gd name="T31" fmla="*/ 1435 h 1887"/>
                  <a:gd name="T32" fmla="*/ 581 w 900"/>
                  <a:gd name="T33" fmla="*/ 1221 h 1887"/>
                  <a:gd name="T34" fmla="*/ 686 w 900"/>
                  <a:gd name="T35" fmla="*/ 1249 h 1887"/>
                  <a:gd name="T36" fmla="*/ 599 w 900"/>
                  <a:gd name="T37" fmla="*/ 997 h 1887"/>
                  <a:gd name="T38" fmla="*/ 731 w 900"/>
                  <a:gd name="T39" fmla="*/ 946 h 1887"/>
                  <a:gd name="T40" fmla="*/ 563 w 900"/>
                  <a:gd name="T41" fmla="*/ 759 h 1887"/>
                  <a:gd name="T42" fmla="*/ 715 w 900"/>
                  <a:gd name="T43" fmla="*/ 772 h 1887"/>
                  <a:gd name="T44" fmla="*/ 526 w 900"/>
                  <a:gd name="T45" fmla="*/ 622 h 1887"/>
                  <a:gd name="T46" fmla="*/ 669 w 900"/>
                  <a:gd name="T47" fmla="*/ 618 h 1887"/>
                  <a:gd name="T48" fmla="*/ 562 w 900"/>
                  <a:gd name="T49" fmla="*/ 494 h 1887"/>
                  <a:gd name="T50" fmla="*/ 592 w 900"/>
                  <a:gd name="T51" fmla="*/ 471 h 1887"/>
                  <a:gd name="T52" fmla="*/ 556 w 900"/>
                  <a:gd name="T53" fmla="*/ 410 h 1887"/>
                  <a:gd name="T54" fmla="*/ 361 w 900"/>
                  <a:gd name="T55" fmla="*/ 332 h 1887"/>
                  <a:gd name="T56" fmla="*/ 443 w 900"/>
                  <a:gd name="T57" fmla="*/ 279 h 1887"/>
                  <a:gd name="T58" fmla="*/ 222 w 900"/>
                  <a:gd name="T59" fmla="*/ 225 h 1887"/>
                  <a:gd name="T60" fmla="*/ 197 w 900"/>
                  <a:gd name="T61" fmla="*/ 187 h 1887"/>
                  <a:gd name="T62" fmla="*/ 180 w 900"/>
                  <a:gd name="T63" fmla="*/ 104 h 1887"/>
                  <a:gd name="T64" fmla="*/ 204 w 900"/>
                  <a:gd name="T65" fmla="*/ 84 h 1887"/>
                  <a:gd name="T66" fmla="*/ 218 w 900"/>
                  <a:gd name="T67" fmla="*/ 0 h 1887"/>
                  <a:gd name="T68" fmla="*/ 338 w 900"/>
                  <a:gd name="T69" fmla="*/ 171 h 1887"/>
                  <a:gd name="T70" fmla="*/ 423 w 900"/>
                  <a:gd name="T71" fmla="*/ 138 h 1887"/>
                  <a:gd name="T72" fmla="*/ 472 w 900"/>
                  <a:gd name="T73" fmla="*/ 272 h 1887"/>
                  <a:gd name="T74" fmla="*/ 534 w 900"/>
                  <a:gd name="T75" fmla="*/ 221 h 1887"/>
                  <a:gd name="T76" fmla="*/ 573 w 900"/>
                  <a:gd name="T77" fmla="*/ 398 h 1887"/>
                  <a:gd name="T78" fmla="*/ 648 w 900"/>
                  <a:gd name="T79" fmla="*/ 352 h 1887"/>
                  <a:gd name="T80" fmla="*/ 654 w 900"/>
                  <a:gd name="T81" fmla="*/ 522 h 1887"/>
                  <a:gd name="T82" fmla="*/ 727 w 900"/>
                  <a:gd name="T83" fmla="*/ 429 h 1887"/>
                  <a:gd name="T84" fmla="*/ 790 w 900"/>
                  <a:gd name="T85" fmla="*/ 517 h 1887"/>
                  <a:gd name="T86" fmla="*/ 731 w 900"/>
                  <a:gd name="T87" fmla="*/ 770 h 1887"/>
                  <a:gd name="T88" fmla="*/ 859 w 900"/>
                  <a:gd name="T89" fmla="*/ 692 h 1887"/>
                  <a:gd name="T90" fmla="*/ 749 w 900"/>
                  <a:gd name="T91" fmla="*/ 946 h 1887"/>
                  <a:gd name="T92" fmla="*/ 849 w 900"/>
                  <a:gd name="T93" fmla="*/ 902 h 1887"/>
                  <a:gd name="T94" fmla="*/ 738 w 900"/>
                  <a:gd name="T95" fmla="*/ 1127 h 1887"/>
                  <a:gd name="T96" fmla="*/ 712 w 900"/>
                  <a:gd name="T97" fmla="*/ 1236 h 1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00" h="1887">
                    <a:moveTo>
                      <a:pt x="900" y="1106"/>
                    </a:moveTo>
                    <a:cubicBezTo>
                      <a:pt x="894" y="1125"/>
                      <a:pt x="889" y="1144"/>
                      <a:pt x="883" y="1163"/>
                    </a:cubicBezTo>
                    <a:cubicBezTo>
                      <a:pt x="869" y="1202"/>
                      <a:pt x="851" y="1239"/>
                      <a:pt x="823" y="1269"/>
                    </a:cubicBezTo>
                    <a:cubicBezTo>
                      <a:pt x="785" y="1310"/>
                      <a:pt x="739" y="1329"/>
                      <a:pt x="683" y="1322"/>
                    </a:cubicBezTo>
                    <a:cubicBezTo>
                      <a:pt x="679" y="1322"/>
                      <a:pt x="676" y="1322"/>
                      <a:pt x="674" y="1326"/>
                    </a:cubicBezTo>
                    <a:cubicBezTo>
                      <a:pt x="655" y="1364"/>
                      <a:pt x="636" y="1402"/>
                      <a:pt x="617" y="1440"/>
                    </a:cubicBezTo>
                    <a:cubicBezTo>
                      <a:pt x="616" y="1441"/>
                      <a:pt x="617" y="1441"/>
                      <a:pt x="616" y="1443"/>
                    </a:cubicBezTo>
                    <a:cubicBezTo>
                      <a:pt x="618" y="1441"/>
                      <a:pt x="620" y="1440"/>
                      <a:pt x="621" y="1439"/>
                    </a:cubicBezTo>
                    <a:cubicBezTo>
                      <a:pt x="651" y="1408"/>
                      <a:pt x="680" y="1377"/>
                      <a:pt x="717" y="1355"/>
                    </a:cubicBezTo>
                    <a:cubicBezTo>
                      <a:pt x="756" y="1330"/>
                      <a:pt x="800" y="1318"/>
                      <a:pt x="847" y="1322"/>
                    </a:cubicBezTo>
                    <a:cubicBezTo>
                      <a:pt x="850" y="1322"/>
                      <a:pt x="852" y="1323"/>
                      <a:pt x="858" y="1324"/>
                    </a:cubicBezTo>
                    <a:cubicBezTo>
                      <a:pt x="846" y="1346"/>
                      <a:pt x="836" y="1367"/>
                      <a:pt x="824" y="1387"/>
                    </a:cubicBezTo>
                    <a:cubicBezTo>
                      <a:pt x="803" y="1422"/>
                      <a:pt x="778" y="1454"/>
                      <a:pt x="746" y="1479"/>
                    </a:cubicBezTo>
                    <a:cubicBezTo>
                      <a:pt x="693" y="1520"/>
                      <a:pt x="635" y="1533"/>
                      <a:pt x="571" y="1510"/>
                    </a:cubicBezTo>
                    <a:cubicBezTo>
                      <a:pt x="555" y="1529"/>
                      <a:pt x="541" y="1548"/>
                      <a:pt x="525" y="1567"/>
                    </a:cubicBezTo>
                    <a:cubicBezTo>
                      <a:pt x="510" y="1585"/>
                      <a:pt x="494" y="1602"/>
                      <a:pt x="479" y="1621"/>
                    </a:cubicBezTo>
                    <a:cubicBezTo>
                      <a:pt x="482" y="1619"/>
                      <a:pt x="485" y="1617"/>
                      <a:pt x="489" y="1615"/>
                    </a:cubicBezTo>
                    <a:cubicBezTo>
                      <a:pt x="516" y="1598"/>
                      <a:pt x="543" y="1580"/>
                      <a:pt x="571" y="1565"/>
                    </a:cubicBezTo>
                    <a:cubicBezTo>
                      <a:pt x="610" y="1543"/>
                      <a:pt x="653" y="1530"/>
                      <a:pt x="699" y="1531"/>
                    </a:cubicBezTo>
                    <a:cubicBezTo>
                      <a:pt x="720" y="1532"/>
                      <a:pt x="741" y="1534"/>
                      <a:pt x="762" y="1543"/>
                    </a:cubicBezTo>
                    <a:cubicBezTo>
                      <a:pt x="752" y="1556"/>
                      <a:pt x="743" y="1569"/>
                      <a:pt x="733" y="1580"/>
                    </a:cubicBezTo>
                    <a:cubicBezTo>
                      <a:pt x="699" y="1619"/>
                      <a:pt x="663" y="1654"/>
                      <a:pt x="617" y="1678"/>
                    </a:cubicBezTo>
                    <a:cubicBezTo>
                      <a:pt x="563" y="1706"/>
                      <a:pt x="507" y="1717"/>
                      <a:pt x="448" y="1695"/>
                    </a:cubicBezTo>
                    <a:cubicBezTo>
                      <a:pt x="442" y="1693"/>
                      <a:pt x="437" y="1690"/>
                      <a:pt x="431" y="1687"/>
                    </a:cubicBezTo>
                    <a:cubicBezTo>
                      <a:pt x="426" y="1684"/>
                      <a:pt x="421" y="1681"/>
                      <a:pt x="418" y="1679"/>
                    </a:cubicBezTo>
                    <a:cubicBezTo>
                      <a:pt x="369" y="1714"/>
                      <a:pt x="322" y="1749"/>
                      <a:pt x="277" y="1781"/>
                    </a:cubicBezTo>
                    <a:cubicBezTo>
                      <a:pt x="286" y="1778"/>
                      <a:pt x="300" y="1772"/>
                      <a:pt x="313" y="1768"/>
                    </a:cubicBezTo>
                    <a:cubicBezTo>
                      <a:pt x="353" y="1753"/>
                      <a:pt x="394" y="1740"/>
                      <a:pt x="436" y="1733"/>
                    </a:cubicBezTo>
                    <a:cubicBezTo>
                      <a:pt x="482" y="1726"/>
                      <a:pt x="526" y="1729"/>
                      <a:pt x="569" y="1747"/>
                    </a:cubicBezTo>
                    <a:cubicBezTo>
                      <a:pt x="578" y="1750"/>
                      <a:pt x="585" y="1754"/>
                      <a:pt x="593" y="1758"/>
                    </a:cubicBezTo>
                    <a:cubicBezTo>
                      <a:pt x="595" y="1759"/>
                      <a:pt x="596" y="1760"/>
                      <a:pt x="598" y="1762"/>
                    </a:cubicBezTo>
                    <a:cubicBezTo>
                      <a:pt x="585" y="1772"/>
                      <a:pt x="572" y="1782"/>
                      <a:pt x="559" y="1792"/>
                    </a:cubicBezTo>
                    <a:cubicBezTo>
                      <a:pt x="517" y="1822"/>
                      <a:pt x="472" y="1848"/>
                      <a:pt x="423" y="1865"/>
                    </a:cubicBezTo>
                    <a:cubicBezTo>
                      <a:pt x="374" y="1881"/>
                      <a:pt x="325" y="1887"/>
                      <a:pt x="275" y="1874"/>
                    </a:cubicBezTo>
                    <a:cubicBezTo>
                      <a:pt x="245" y="1866"/>
                      <a:pt x="218" y="1852"/>
                      <a:pt x="197" y="1829"/>
                    </a:cubicBezTo>
                    <a:cubicBezTo>
                      <a:pt x="196" y="1827"/>
                      <a:pt x="194" y="1826"/>
                      <a:pt x="194" y="1826"/>
                    </a:cubicBezTo>
                    <a:cubicBezTo>
                      <a:pt x="159" y="1840"/>
                      <a:pt x="125" y="1855"/>
                      <a:pt x="91" y="1869"/>
                    </a:cubicBezTo>
                    <a:cubicBezTo>
                      <a:pt x="80" y="1874"/>
                      <a:pt x="68" y="1877"/>
                      <a:pt x="57" y="1881"/>
                    </a:cubicBezTo>
                    <a:cubicBezTo>
                      <a:pt x="51" y="1883"/>
                      <a:pt x="46" y="1885"/>
                      <a:pt x="43" y="1878"/>
                    </a:cubicBezTo>
                    <a:cubicBezTo>
                      <a:pt x="40" y="1871"/>
                      <a:pt x="46" y="1869"/>
                      <a:pt x="51" y="1867"/>
                    </a:cubicBezTo>
                    <a:cubicBezTo>
                      <a:pt x="94" y="1849"/>
                      <a:pt x="136" y="1832"/>
                      <a:pt x="178" y="1815"/>
                    </a:cubicBezTo>
                    <a:cubicBezTo>
                      <a:pt x="183" y="1813"/>
                      <a:pt x="185" y="1811"/>
                      <a:pt x="184" y="1805"/>
                    </a:cubicBezTo>
                    <a:cubicBezTo>
                      <a:pt x="170" y="1749"/>
                      <a:pt x="179" y="1696"/>
                      <a:pt x="207" y="1646"/>
                    </a:cubicBezTo>
                    <a:cubicBezTo>
                      <a:pt x="235" y="1595"/>
                      <a:pt x="270" y="1550"/>
                      <a:pt x="309" y="1508"/>
                    </a:cubicBezTo>
                    <a:cubicBezTo>
                      <a:pt x="310" y="1507"/>
                      <a:pt x="311" y="1507"/>
                      <a:pt x="312" y="1506"/>
                    </a:cubicBezTo>
                    <a:cubicBezTo>
                      <a:pt x="342" y="1541"/>
                      <a:pt x="358" y="1580"/>
                      <a:pt x="352" y="1627"/>
                    </a:cubicBezTo>
                    <a:cubicBezTo>
                      <a:pt x="347" y="1671"/>
                      <a:pt x="324" y="1706"/>
                      <a:pt x="295" y="1737"/>
                    </a:cubicBezTo>
                    <a:cubicBezTo>
                      <a:pt x="287" y="1746"/>
                      <a:pt x="278" y="1755"/>
                      <a:pt x="270" y="1764"/>
                    </a:cubicBezTo>
                    <a:cubicBezTo>
                      <a:pt x="317" y="1736"/>
                      <a:pt x="362" y="1703"/>
                      <a:pt x="402" y="1668"/>
                    </a:cubicBezTo>
                    <a:cubicBezTo>
                      <a:pt x="394" y="1646"/>
                      <a:pt x="385" y="1625"/>
                      <a:pt x="379" y="1604"/>
                    </a:cubicBezTo>
                    <a:cubicBezTo>
                      <a:pt x="369" y="1568"/>
                      <a:pt x="372" y="1531"/>
                      <a:pt x="382" y="1495"/>
                    </a:cubicBezTo>
                    <a:cubicBezTo>
                      <a:pt x="394" y="1450"/>
                      <a:pt x="412" y="1408"/>
                      <a:pt x="434" y="1368"/>
                    </a:cubicBezTo>
                    <a:cubicBezTo>
                      <a:pt x="435" y="1367"/>
                      <a:pt x="435" y="1366"/>
                      <a:pt x="436" y="1364"/>
                    </a:cubicBezTo>
                    <a:cubicBezTo>
                      <a:pt x="475" y="1391"/>
                      <a:pt x="500" y="1427"/>
                      <a:pt x="505" y="1474"/>
                    </a:cubicBezTo>
                    <a:cubicBezTo>
                      <a:pt x="510" y="1517"/>
                      <a:pt x="496" y="1555"/>
                      <a:pt x="475" y="1591"/>
                    </a:cubicBezTo>
                    <a:cubicBezTo>
                      <a:pt x="472" y="1596"/>
                      <a:pt x="469" y="1601"/>
                      <a:pt x="466" y="1606"/>
                    </a:cubicBezTo>
                    <a:cubicBezTo>
                      <a:pt x="467" y="1607"/>
                      <a:pt x="468" y="1608"/>
                      <a:pt x="469" y="1608"/>
                    </a:cubicBezTo>
                    <a:cubicBezTo>
                      <a:pt x="498" y="1573"/>
                      <a:pt x="527" y="1538"/>
                      <a:pt x="557" y="1503"/>
                    </a:cubicBezTo>
                    <a:cubicBezTo>
                      <a:pt x="549" y="1493"/>
                      <a:pt x="541" y="1485"/>
                      <a:pt x="535" y="1476"/>
                    </a:cubicBezTo>
                    <a:cubicBezTo>
                      <a:pt x="510" y="1443"/>
                      <a:pt x="496" y="1405"/>
                      <a:pt x="495" y="1364"/>
                    </a:cubicBezTo>
                    <a:cubicBezTo>
                      <a:pt x="493" y="1314"/>
                      <a:pt x="502" y="1266"/>
                      <a:pt x="516" y="1218"/>
                    </a:cubicBezTo>
                    <a:cubicBezTo>
                      <a:pt x="516" y="1218"/>
                      <a:pt x="516" y="1217"/>
                      <a:pt x="517" y="1216"/>
                    </a:cubicBezTo>
                    <a:cubicBezTo>
                      <a:pt x="558" y="1236"/>
                      <a:pt x="591" y="1263"/>
                      <a:pt x="606" y="1307"/>
                    </a:cubicBezTo>
                    <a:cubicBezTo>
                      <a:pt x="620" y="1351"/>
                      <a:pt x="613" y="1393"/>
                      <a:pt x="599" y="1435"/>
                    </a:cubicBezTo>
                    <a:cubicBezTo>
                      <a:pt x="600" y="1436"/>
                      <a:pt x="601" y="1436"/>
                      <a:pt x="602" y="1436"/>
                    </a:cubicBezTo>
                    <a:cubicBezTo>
                      <a:pt x="622" y="1397"/>
                      <a:pt x="642" y="1357"/>
                      <a:pt x="661" y="1318"/>
                    </a:cubicBezTo>
                    <a:cubicBezTo>
                      <a:pt x="646" y="1306"/>
                      <a:pt x="633" y="1295"/>
                      <a:pt x="620" y="1283"/>
                    </a:cubicBezTo>
                    <a:cubicBezTo>
                      <a:pt x="603" y="1265"/>
                      <a:pt x="591" y="1244"/>
                      <a:pt x="581" y="1221"/>
                    </a:cubicBezTo>
                    <a:cubicBezTo>
                      <a:pt x="561" y="1175"/>
                      <a:pt x="561" y="1127"/>
                      <a:pt x="561" y="1079"/>
                    </a:cubicBezTo>
                    <a:cubicBezTo>
                      <a:pt x="561" y="1073"/>
                      <a:pt x="562" y="1066"/>
                      <a:pt x="563" y="1059"/>
                    </a:cubicBezTo>
                    <a:cubicBezTo>
                      <a:pt x="606" y="1068"/>
                      <a:pt x="641" y="1090"/>
                      <a:pt x="664" y="1127"/>
                    </a:cubicBezTo>
                    <a:cubicBezTo>
                      <a:pt x="687" y="1165"/>
                      <a:pt x="688" y="1207"/>
                      <a:pt x="686" y="1249"/>
                    </a:cubicBezTo>
                    <a:cubicBezTo>
                      <a:pt x="692" y="1229"/>
                      <a:pt x="698" y="1208"/>
                      <a:pt x="703" y="1188"/>
                    </a:cubicBezTo>
                    <a:cubicBezTo>
                      <a:pt x="708" y="1169"/>
                      <a:pt x="711" y="1150"/>
                      <a:pt x="715" y="1131"/>
                    </a:cubicBezTo>
                    <a:cubicBezTo>
                      <a:pt x="716" y="1127"/>
                      <a:pt x="716" y="1124"/>
                      <a:pt x="712" y="1123"/>
                    </a:cubicBezTo>
                    <a:cubicBezTo>
                      <a:pt x="654" y="1099"/>
                      <a:pt x="618" y="1056"/>
                      <a:pt x="599" y="997"/>
                    </a:cubicBezTo>
                    <a:cubicBezTo>
                      <a:pt x="589" y="967"/>
                      <a:pt x="582" y="936"/>
                      <a:pt x="578" y="903"/>
                    </a:cubicBezTo>
                    <a:cubicBezTo>
                      <a:pt x="619" y="904"/>
                      <a:pt x="654" y="918"/>
                      <a:pt x="682" y="948"/>
                    </a:cubicBezTo>
                    <a:cubicBezTo>
                      <a:pt x="710" y="978"/>
                      <a:pt x="720" y="1015"/>
                      <a:pt x="726" y="1054"/>
                    </a:cubicBezTo>
                    <a:cubicBezTo>
                      <a:pt x="731" y="1018"/>
                      <a:pt x="732" y="982"/>
                      <a:pt x="731" y="946"/>
                    </a:cubicBezTo>
                    <a:cubicBezTo>
                      <a:pt x="716" y="940"/>
                      <a:pt x="701" y="936"/>
                      <a:pt x="687" y="930"/>
                    </a:cubicBezTo>
                    <a:cubicBezTo>
                      <a:pt x="648" y="912"/>
                      <a:pt x="621" y="882"/>
                      <a:pt x="601" y="845"/>
                    </a:cubicBezTo>
                    <a:cubicBezTo>
                      <a:pt x="588" y="820"/>
                      <a:pt x="578" y="794"/>
                      <a:pt x="566" y="769"/>
                    </a:cubicBezTo>
                    <a:cubicBezTo>
                      <a:pt x="565" y="766"/>
                      <a:pt x="564" y="763"/>
                      <a:pt x="563" y="759"/>
                    </a:cubicBezTo>
                    <a:cubicBezTo>
                      <a:pt x="602" y="754"/>
                      <a:pt x="637" y="762"/>
                      <a:pt x="667" y="784"/>
                    </a:cubicBezTo>
                    <a:cubicBezTo>
                      <a:pt x="698" y="807"/>
                      <a:pt x="715" y="839"/>
                      <a:pt x="727" y="874"/>
                    </a:cubicBezTo>
                    <a:cubicBezTo>
                      <a:pt x="727" y="874"/>
                      <a:pt x="728" y="874"/>
                      <a:pt x="729" y="873"/>
                    </a:cubicBezTo>
                    <a:cubicBezTo>
                      <a:pt x="724" y="839"/>
                      <a:pt x="719" y="805"/>
                      <a:pt x="715" y="772"/>
                    </a:cubicBezTo>
                    <a:cubicBezTo>
                      <a:pt x="702" y="770"/>
                      <a:pt x="690" y="769"/>
                      <a:pt x="679" y="766"/>
                    </a:cubicBezTo>
                    <a:cubicBezTo>
                      <a:pt x="644" y="759"/>
                      <a:pt x="616" y="741"/>
                      <a:pt x="591" y="716"/>
                    </a:cubicBezTo>
                    <a:cubicBezTo>
                      <a:pt x="566" y="690"/>
                      <a:pt x="546" y="660"/>
                      <a:pt x="529" y="628"/>
                    </a:cubicBezTo>
                    <a:cubicBezTo>
                      <a:pt x="528" y="627"/>
                      <a:pt x="528" y="625"/>
                      <a:pt x="526" y="622"/>
                    </a:cubicBezTo>
                    <a:cubicBezTo>
                      <a:pt x="561" y="613"/>
                      <a:pt x="594" y="615"/>
                      <a:pt x="626" y="631"/>
                    </a:cubicBezTo>
                    <a:cubicBezTo>
                      <a:pt x="659" y="647"/>
                      <a:pt x="679" y="674"/>
                      <a:pt x="698" y="704"/>
                    </a:cubicBezTo>
                    <a:cubicBezTo>
                      <a:pt x="694" y="691"/>
                      <a:pt x="690" y="678"/>
                      <a:pt x="686" y="666"/>
                    </a:cubicBezTo>
                    <a:cubicBezTo>
                      <a:pt x="681" y="650"/>
                      <a:pt x="675" y="634"/>
                      <a:pt x="669" y="618"/>
                    </a:cubicBezTo>
                    <a:cubicBezTo>
                      <a:pt x="668" y="616"/>
                      <a:pt x="665" y="613"/>
                      <a:pt x="663" y="613"/>
                    </a:cubicBezTo>
                    <a:cubicBezTo>
                      <a:pt x="600" y="619"/>
                      <a:pt x="552" y="593"/>
                      <a:pt x="511" y="549"/>
                    </a:cubicBezTo>
                    <a:cubicBezTo>
                      <a:pt x="497" y="534"/>
                      <a:pt x="483" y="517"/>
                      <a:pt x="469" y="501"/>
                    </a:cubicBezTo>
                    <a:cubicBezTo>
                      <a:pt x="500" y="487"/>
                      <a:pt x="531" y="485"/>
                      <a:pt x="562" y="494"/>
                    </a:cubicBezTo>
                    <a:cubicBezTo>
                      <a:pt x="594" y="504"/>
                      <a:pt x="617" y="524"/>
                      <a:pt x="639" y="547"/>
                    </a:cubicBezTo>
                    <a:cubicBezTo>
                      <a:pt x="633" y="536"/>
                      <a:pt x="628" y="525"/>
                      <a:pt x="621" y="513"/>
                    </a:cubicBezTo>
                    <a:cubicBezTo>
                      <a:pt x="615" y="501"/>
                      <a:pt x="607" y="488"/>
                      <a:pt x="600" y="475"/>
                    </a:cubicBezTo>
                    <a:cubicBezTo>
                      <a:pt x="598" y="473"/>
                      <a:pt x="594" y="471"/>
                      <a:pt x="592" y="471"/>
                    </a:cubicBezTo>
                    <a:cubicBezTo>
                      <a:pt x="545" y="482"/>
                      <a:pt x="503" y="473"/>
                      <a:pt x="464" y="446"/>
                    </a:cubicBezTo>
                    <a:cubicBezTo>
                      <a:pt x="441" y="430"/>
                      <a:pt x="421" y="412"/>
                      <a:pt x="399" y="394"/>
                    </a:cubicBezTo>
                    <a:cubicBezTo>
                      <a:pt x="398" y="394"/>
                      <a:pt x="398" y="392"/>
                      <a:pt x="397" y="391"/>
                    </a:cubicBezTo>
                    <a:cubicBezTo>
                      <a:pt x="429" y="369"/>
                      <a:pt x="490" y="356"/>
                      <a:pt x="556" y="410"/>
                    </a:cubicBezTo>
                    <a:cubicBezTo>
                      <a:pt x="548" y="400"/>
                      <a:pt x="541" y="390"/>
                      <a:pt x="534" y="380"/>
                    </a:cubicBezTo>
                    <a:cubicBezTo>
                      <a:pt x="526" y="370"/>
                      <a:pt x="518" y="361"/>
                      <a:pt x="510" y="351"/>
                    </a:cubicBezTo>
                    <a:cubicBezTo>
                      <a:pt x="490" y="359"/>
                      <a:pt x="470" y="363"/>
                      <a:pt x="448" y="362"/>
                    </a:cubicBezTo>
                    <a:cubicBezTo>
                      <a:pt x="417" y="360"/>
                      <a:pt x="389" y="347"/>
                      <a:pt x="361" y="332"/>
                    </a:cubicBezTo>
                    <a:cubicBezTo>
                      <a:pt x="345" y="323"/>
                      <a:pt x="330" y="312"/>
                      <a:pt x="312" y="301"/>
                    </a:cubicBezTo>
                    <a:cubicBezTo>
                      <a:pt x="335" y="283"/>
                      <a:pt x="359" y="275"/>
                      <a:pt x="387" y="275"/>
                    </a:cubicBezTo>
                    <a:cubicBezTo>
                      <a:pt x="414" y="275"/>
                      <a:pt x="438" y="285"/>
                      <a:pt x="462" y="297"/>
                    </a:cubicBezTo>
                    <a:cubicBezTo>
                      <a:pt x="456" y="291"/>
                      <a:pt x="449" y="285"/>
                      <a:pt x="443" y="279"/>
                    </a:cubicBezTo>
                    <a:cubicBezTo>
                      <a:pt x="436" y="272"/>
                      <a:pt x="429" y="267"/>
                      <a:pt x="423" y="260"/>
                    </a:cubicBezTo>
                    <a:cubicBezTo>
                      <a:pt x="417" y="253"/>
                      <a:pt x="412" y="252"/>
                      <a:pt x="402" y="256"/>
                    </a:cubicBezTo>
                    <a:cubicBezTo>
                      <a:pt x="376" y="269"/>
                      <a:pt x="348" y="271"/>
                      <a:pt x="320" y="265"/>
                    </a:cubicBezTo>
                    <a:cubicBezTo>
                      <a:pt x="286" y="257"/>
                      <a:pt x="254" y="243"/>
                      <a:pt x="222" y="225"/>
                    </a:cubicBezTo>
                    <a:cubicBezTo>
                      <a:pt x="264" y="185"/>
                      <a:pt x="310" y="188"/>
                      <a:pt x="360" y="206"/>
                    </a:cubicBezTo>
                    <a:cubicBezTo>
                      <a:pt x="344" y="195"/>
                      <a:pt x="328" y="183"/>
                      <a:pt x="312" y="172"/>
                    </a:cubicBezTo>
                    <a:cubicBezTo>
                      <a:pt x="311" y="171"/>
                      <a:pt x="308" y="171"/>
                      <a:pt x="306" y="172"/>
                    </a:cubicBezTo>
                    <a:cubicBezTo>
                      <a:pt x="272" y="196"/>
                      <a:pt x="235" y="196"/>
                      <a:pt x="197" y="187"/>
                    </a:cubicBezTo>
                    <a:cubicBezTo>
                      <a:pt x="174" y="181"/>
                      <a:pt x="151" y="173"/>
                      <a:pt x="127" y="166"/>
                    </a:cubicBezTo>
                    <a:cubicBezTo>
                      <a:pt x="142" y="145"/>
                      <a:pt x="161" y="134"/>
                      <a:pt x="184" y="130"/>
                    </a:cubicBezTo>
                    <a:cubicBezTo>
                      <a:pt x="207" y="126"/>
                      <a:pt x="230" y="129"/>
                      <a:pt x="252" y="134"/>
                    </a:cubicBezTo>
                    <a:cubicBezTo>
                      <a:pt x="230" y="121"/>
                      <a:pt x="208" y="108"/>
                      <a:pt x="180" y="104"/>
                    </a:cubicBezTo>
                    <a:cubicBezTo>
                      <a:pt x="113" y="94"/>
                      <a:pt x="56" y="63"/>
                      <a:pt x="3" y="21"/>
                    </a:cubicBezTo>
                    <a:cubicBezTo>
                      <a:pt x="2" y="21"/>
                      <a:pt x="2" y="20"/>
                      <a:pt x="0" y="17"/>
                    </a:cubicBezTo>
                    <a:cubicBezTo>
                      <a:pt x="16" y="17"/>
                      <a:pt x="30" y="16"/>
                      <a:pt x="44" y="17"/>
                    </a:cubicBezTo>
                    <a:cubicBezTo>
                      <a:pt x="106" y="20"/>
                      <a:pt x="161" y="39"/>
                      <a:pt x="204" y="84"/>
                    </a:cubicBezTo>
                    <a:cubicBezTo>
                      <a:pt x="222" y="102"/>
                      <a:pt x="246" y="109"/>
                      <a:pt x="265" y="123"/>
                    </a:cubicBezTo>
                    <a:cubicBezTo>
                      <a:pt x="255" y="110"/>
                      <a:pt x="244" y="98"/>
                      <a:pt x="235" y="86"/>
                    </a:cubicBezTo>
                    <a:cubicBezTo>
                      <a:pt x="215" y="60"/>
                      <a:pt x="208" y="32"/>
                      <a:pt x="216" y="0"/>
                    </a:cubicBezTo>
                    <a:cubicBezTo>
                      <a:pt x="217" y="0"/>
                      <a:pt x="217" y="0"/>
                      <a:pt x="218" y="0"/>
                    </a:cubicBezTo>
                    <a:cubicBezTo>
                      <a:pt x="221" y="2"/>
                      <a:pt x="225" y="4"/>
                      <a:pt x="229" y="7"/>
                    </a:cubicBezTo>
                    <a:cubicBezTo>
                      <a:pt x="255" y="22"/>
                      <a:pt x="280" y="40"/>
                      <a:pt x="300" y="63"/>
                    </a:cubicBezTo>
                    <a:cubicBezTo>
                      <a:pt x="319" y="85"/>
                      <a:pt x="332" y="110"/>
                      <a:pt x="325" y="138"/>
                    </a:cubicBezTo>
                    <a:cubicBezTo>
                      <a:pt x="320" y="155"/>
                      <a:pt x="325" y="163"/>
                      <a:pt x="338" y="171"/>
                    </a:cubicBezTo>
                    <a:cubicBezTo>
                      <a:pt x="352" y="180"/>
                      <a:pt x="365" y="191"/>
                      <a:pt x="379" y="201"/>
                    </a:cubicBezTo>
                    <a:cubicBezTo>
                      <a:pt x="347" y="158"/>
                      <a:pt x="319" y="115"/>
                      <a:pt x="341" y="59"/>
                    </a:cubicBezTo>
                    <a:cubicBezTo>
                      <a:pt x="343" y="59"/>
                      <a:pt x="344" y="59"/>
                      <a:pt x="345" y="60"/>
                    </a:cubicBezTo>
                    <a:cubicBezTo>
                      <a:pt x="375" y="81"/>
                      <a:pt x="403" y="106"/>
                      <a:pt x="423" y="138"/>
                    </a:cubicBezTo>
                    <a:cubicBezTo>
                      <a:pt x="436" y="160"/>
                      <a:pt x="443" y="184"/>
                      <a:pt x="437" y="209"/>
                    </a:cubicBezTo>
                    <a:cubicBezTo>
                      <a:pt x="435" y="220"/>
                      <a:pt x="430" y="230"/>
                      <a:pt x="428" y="238"/>
                    </a:cubicBezTo>
                    <a:cubicBezTo>
                      <a:pt x="447" y="258"/>
                      <a:pt x="465" y="278"/>
                      <a:pt x="483" y="297"/>
                    </a:cubicBezTo>
                    <a:cubicBezTo>
                      <a:pt x="480" y="288"/>
                      <a:pt x="476" y="280"/>
                      <a:pt x="472" y="272"/>
                    </a:cubicBezTo>
                    <a:cubicBezTo>
                      <a:pt x="457" y="243"/>
                      <a:pt x="446" y="214"/>
                      <a:pt x="451" y="180"/>
                    </a:cubicBezTo>
                    <a:cubicBezTo>
                      <a:pt x="453" y="165"/>
                      <a:pt x="458" y="150"/>
                      <a:pt x="467" y="137"/>
                    </a:cubicBezTo>
                    <a:cubicBezTo>
                      <a:pt x="470" y="139"/>
                      <a:pt x="472" y="141"/>
                      <a:pt x="475" y="143"/>
                    </a:cubicBezTo>
                    <a:cubicBezTo>
                      <a:pt x="498" y="166"/>
                      <a:pt x="519" y="191"/>
                      <a:pt x="534" y="221"/>
                    </a:cubicBezTo>
                    <a:cubicBezTo>
                      <a:pt x="546" y="246"/>
                      <a:pt x="553" y="272"/>
                      <a:pt x="545" y="300"/>
                    </a:cubicBezTo>
                    <a:cubicBezTo>
                      <a:pt x="541" y="315"/>
                      <a:pt x="533" y="329"/>
                      <a:pt x="526" y="344"/>
                    </a:cubicBezTo>
                    <a:cubicBezTo>
                      <a:pt x="542" y="365"/>
                      <a:pt x="560" y="389"/>
                      <a:pt x="578" y="412"/>
                    </a:cubicBezTo>
                    <a:cubicBezTo>
                      <a:pt x="577" y="406"/>
                      <a:pt x="575" y="402"/>
                      <a:pt x="573" y="398"/>
                    </a:cubicBezTo>
                    <a:cubicBezTo>
                      <a:pt x="569" y="385"/>
                      <a:pt x="565" y="372"/>
                      <a:pt x="561" y="359"/>
                    </a:cubicBezTo>
                    <a:cubicBezTo>
                      <a:pt x="554" y="329"/>
                      <a:pt x="554" y="299"/>
                      <a:pt x="565" y="270"/>
                    </a:cubicBezTo>
                    <a:cubicBezTo>
                      <a:pt x="570" y="258"/>
                      <a:pt x="578" y="247"/>
                      <a:pt x="588" y="238"/>
                    </a:cubicBezTo>
                    <a:cubicBezTo>
                      <a:pt x="616" y="272"/>
                      <a:pt x="638" y="309"/>
                      <a:pt x="648" y="352"/>
                    </a:cubicBezTo>
                    <a:cubicBezTo>
                      <a:pt x="654" y="380"/>
                      <a:pt x="651" y="408"/>
                      <a:pt x="636" y="433"/>
                    </a:cubicBezTo>
                    <a:cubicBezTo>
                      <a:pt x="630" y="444"/>
                      <a:pt x="621" y="454"/>
                      <a:pt x="613" y="464"/>
                    </a:cubicBezTo>
                    <a:cubicBezTo>
                      <a:pt x="627" y="491"/>
                      <a:pt x="643" y="519"/>
                      <a:pt x="659" y="549"/>
                    </a:cubicBezTo>
                    <a:cubicBezTo>
                      <a:pt x="657" y="539"/>
                      <a:pt x="655" y="531"/>
                      <a:pt x="654" y="522"/>
                    </a:cubicBezTo>
                    <a:cubicBezTo>
                      <a:pt x="650" y="493"/>
                      <a:pt x="647" y="464"/>
                      <a:pt x="655" y="435"/>
                    </a:cubicBezTo>
                    <a:cubicBezTo>
                      <a:pt x="663" y="408"/>
                      <a:pt x="676" y="385"/>
                      <a:pt x="699" y="366"/>
                    </a:cubicBezTo>
                    <a:cubicBezTo>
                      <a:pt x="701" y="370"/>
                      <a:pt x="703" y="372"/>
                      <a:pt x="704" y="375"/>
                    </a:cubicBezTo>
                    <a:cubicBezTo>
                      <a:pt x="712" y="393"/>
                      <a:pt x="721" y="411"/>
                      <a:pt x="727" y="429"/>
                    </a:cubicBezTo>
                    <a:cubicBezTo>
                      <a:pt x="737" y="456"/>
                      <a:pt x="743" y="484"/>
                      <a:pt x="741" y="514"/>
                    </a:cubicBezTo>
                    <a:cubicBezTo>
                      <a:pt x="737" y="554"/>
                      <a:pt x="718" y="585"/>
                      <a:pt x="683" y="607"/>
                    </a:cubicBezTo>
                    <a:cubicBezTo>
                      <a:pt x="694" y="639"/>
                      <a:pt x="705" y="671"/>
                      <a:pt x="716" y="705"/>
                    </a:cubicBezTo>
                    <a:cubicBezTo>
                      <a:pt x="713" y="630"/>
                      <a:pt x="721" y="562"/>
                      <a:pt x="790" y="517"/>
                    </a:cubicBezTo>
                    <a:cubicBezTo>
                      <a:pt x="791" y="519"/>
                      <a:pt x="792" y="521"/>
                      <a:pt x="793" y="522"/>
                    </a:cubicBezTo>
                    <a:cubicBezTo>
                      <a:pt x="806" y="558"/>
                      <a:pt x="813" y="595"/>
                      <a:pt x="813" y="633"/>
                    </a:cubicBezTo>
                    <a:cubicBezTo>
                      <a:pt x="814" y="673"/>
                      <a:pt x="804" y="710"/>
                      <a:pt x="774" y="739"/>
                    </a:cubicBezTo>
                    <a:cubicBezTo>
                      <a:pt x="761" y="751"/>
                      <a:pt x="746" y="759"/>
                      <a:pt x="731" y="770"/>
                    </a:cubicBezTo>
                    <a:cubicBezTo>
                      <a:pt x="736" y="803"/>
                      <a:pt x="741" y="839"/>
                      <a:pt x="745" y="872"/>
                    </a:cubicBezTo>
                    <a:cubicBezTo>
                      <a:pt x="750" y="853"/>
                      <a:pt x="754" y="831"/>
                      <a:pt x="760" y="810"/>
                    </a:cubicBezTo>
                    <a:cubicBezTo>
                      <a:pt x="772" y="763"/>
                      <a:pt x="798" y="726"/>
                      <a:pt x="840" y="701"/>
                    </a:cubicBezTo>
                    <a:cubicBezTo>
                      <a:pt x="846" y="697"/>
                      <a:pt x="852" y="695"/>
                      <a:pt x="859" y="692"/>
                    </a:cubicBezTo>
                    <a:cubicBezTo>
                      <a:pt x="860" y="694"/>
                      <a:pt x="861" y="696"/>
                      <a:pt x="861" y="698"/>
                    </a:cubicBezTo>
                    <a:cubicBezTo>
                      <a:pt x="868" y="740"/>
                      <a:pt x="869" y="782"/>
                      <a:pt x="861" y="823"/>
                    </a:cubicBezTo>
                    <a:cubicBezTo>
                      <a:pt x="852" y="866"/>
                      <a:pt x="833" y="902"/>
                      <a:pt x="796" y="925"/>
                    </a:cubicBezTo>
                    <a:cubicBezTo>
                      <a:pt x="781" y="934"/>
                      <a:pt x="765" y="939"/>
                      <a:pt x="749" y="946"/>
                    </a:cubicBezTo>
                    <a:cubicBezTo>
                      <a:pt x="747" y="982"/>
                      <a:pt x="746" y="1019"/>
                      <a:pt x="744" y="1057"/>
                    </a:cubicBezTo>
                    <a:cubicBezTo>
                      <a:pt x="745" y="1054"/>
                      <a:pt x="746" y="1052"/>
                      <a:pt x="746" y="1050"/>
                    </a:cubicBezTo>
                    <a:cubicBezTo>
                      <a:pt x="755" y="1030"/>
                      <a:pt x="762" y="1010"/>
                      <a:pt x="771" y="990"/>
                    </a:cubicBezTo>
                    <a:cubicBezTo>
                      <a:pt x="789" y="953"/>
                      <a:pt x="814" y="923"/>
                      <a:pt x="849" y="902"/>
                    </a:cubicBezTo>
                    <a:cubicBezTo>
                      <a:pt x="864" y="893"/>
                      <a:pt x="880" y="886"/>
                      <a:pt x="898" y="883"/>
                    </a:cubicBezTo>
                    <a:cubicBezTo>
                      <a:pt x="898" y="885"/>
                      <a:pt x="898" y="886"/>
                      <a:pt x="898" y="887"/>
                    </a:cubicBezTo>
                    <a:cubicBezTo>
                      <a:pt x="898" y="935"/>
                      <a:pt x="891" y="983"/>
                      <a:pt x="872" y="1027"/>
                    </a:cubicBezTo>
                    <a:cubicBezTo>
                      <a:pt x="846" y="1086"/>
                      <a:pt x="804" y="1122"/>
                      <a:pt x="738" y="1127"/>
                    </a:cubicBezTo>
                    <a:cubicBezTo>
                      <a:pt x="732" y="1127"/>
                      <a:pt x="732" y="1131"/>
                      <a:pt x="731" y="1135"/>
                    </a:cubicBezTo>
                    <a:cubicBezTo>
                      <a:pt x="723" y="1170"/>
                      <a:pt x="714" y="1204"/>
                      <a:pt x="706" y="1238"/>
                    </a:cubicBezTo>
                    <a:cubicBezTo>
                      <a:pt x="705" y="1241"/>
                      <a:pt x="704" y="1244"/>
                      <a:pt x="704" y="1247"/>
                    </a:cubicBezTo>
                    <a:cubicBezTo>
                      <a:pt x="708" y="1244"/>
                      <a:pt x="710" y="1240"/>
                      <a:pt x="712" y="1236"/>
                    </a:cubicBezTo>
                    <a:cubicBezTo>
                      <a:pt x="734" y="1201"/>
                      <a:pt x="757" y="1167"/>
                      <a:pt x="789" y="1141"/>
                    </a:cubicBezTo>
                    <a:cubicBezTo>
                      <a:pt x="822" y="1116"/>
                      <a:pt x="858" y="1100"/>
                      <a:pt x="900" y="1099"/>
                    </a:cubicBezTo>
                    <a:cubicBezTo>
                      <a:pt x="900" y="1101"/>
                      <a:pt x="900" y="1104"/>
                      <a:pt x="900" y="1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Freeform 1267"/>
              <p:cNvSpPr/>
              <p:nvPr/>
            </p:nvSpPr>
            <p:spPr bwMode="auto">
              <a:xfrm>
                <a:off x="778431" y="2285369"/>
                <a:ext cx="474348" cy="977295"/>
              </a:xfrm>
              <a:custGeom>
                <a:avLst/>
                <a:gdLst>
                  <a:gd name="T0" fmla="*/ 165 w 918"/>
                  <a:gd name="T1" fmla="*/ 1085 h 1891"/>
                  <a:gd name="T2" fmla="*/ 26 w 918"/>
                  <a:gd name="T3" fmla="*/ 731 h 1891"/>
                  <a:gd name="T4" fmla="*/ 152 w 918"/>
                  <a:gd name="T5" fmla="*/ 898 h 1891"/>
                  <a:gd name="T6" fmla="*/ 82 w 918"/>
                  <a:gd name="T7" fmla="*/ 555 h 1891"/>
                  <a:gd name="T8" fmla="*/ 164 w 918"/>
                  <a:gd name="T9" fmla="*/ 607 h 1891"/>
                  <a:gd name="T10" fmla="*/ 218 w 918"/>
                  <a:gd name="T11" fmla="*/ 572 h 1891"/>
                  <a:gd name="T12" fmla="*/ 268 w 918"/>
                  <a:gd name="T13" fmla="*/ 258 h 1891"/>
                  <a:gd name="T14" fmla="*/ 337 w 918"/>
                  <a:gd name="T15" fmla="*/ 359 h 1891"/>
                  <a:gd name="T16" fmla="*/ 400 w 918"/>
                  <a:gd name="T17" fmla="*/ 195 h 1891"/>
                  <a:gd name="T18" fmla="*/ 414 w 918"/>
                  <a:gd name="T19" fmla="*/ 218 h 1891"/>
                  <a:gd name="T20" fmla="*/ 473 w 918"/>
                  <a:gd name="T21" fmla="*/ 209 h 1891"/>
                  <a:gd name="T22" fmla="*/ 534 w 918"/>
                  <a:gd name="T23" fmla="*/ 80 h 1891"/>
                  <a:gd name="T24" fmla="*/ 634 w 918"/>
                  <a:gd name="T25" fmla="*/ 88 h 1891"/>
                  <a:gd name="T26" fmla="*/ 643 w 918"/>
                  <a:gd name="T27" fmla="*/ 107 h 1891"/>
                  <a:gd name="T28" fmla="*/ 688 w 918"/>
                  <a:gd name="T29" fmla="*/ 173 h 1891"/>
                  <a:gd name="T30" fmla="*/ 494 w 918"/>
                  <a:gd name="T31" fmla="*/ 214 h 1891"/>
                  <a:gd name="T32" fmla="*/ 447 w 918"/>
                  <a:gd name="T33" fmla="*/ 264 h 1891"/>
                  <a:gd name="T34" fmla="*/ 545 w 918"/>
                  <a:gd name="T35" fmla="*/ 305 h 1891"/>
                  <a:gd name="T36" fmla="*/ 347 w 918"/>
                  <a:gd name="T37" fmla="*/ 373 h 1891"/>
                  <a:gd name="T38" fmla="*/ 405 w 918"/>
                  <a:gd name="T39" fmla="*/ 459 h 1891"/>
                  <a:gd name="T40" fmla="*/ 237 w 918"/>
                  <a:gd name="T41" fmla="*/ 570 h 1891"/>
                  <a:gd name="T42" fmla="*/ 327 w 918"/>
                  <a:gd name="T43" fmla="*/ 601 h 1891"/>
                  <a:gd name="T44" fmla="*/ 190 w 918"/>
                  <a:gd name="T45" fmla="*/ 730 h 1891"/>
                  <a:gd name="T46" fmla="*/ 274 w 918"/>
                  <a:gd name="T47" fmla="*/ 758 h 1891"/>
                  <a:gd name="T48" fmla="*/ 187 w 918"/>
                  <a:gd name="T49" fmla="*/ 858 h 1891"/>
                  <a:gd name="T50" fmla="*/ 318 w 918"/>
                  <a:gd name="T51" fmla="*/ 805 h 1891"/>
                  <a:gd name="T52" fmla="*/ 181 w 918"/>
                  <a:gd name="T53" fmla="*/ 1083 h 1891"/>
                  <a:gd name="T54" fmla="*/ 321 w 918"/>
                  <a:gd name="T55" fmla="*/ 922 h 1891"/>
                  <a:gd name="T56" fmla="*/ 199 w 918"/>
                  <a:gd name="T57" fmla="*/ 1160 h 1891"/>
                  <a:gd name="T58" fmla="*/ 342 w 918"/>
                  <a:gd name="T59" fmla="*/ 1078 h 1891"/>
                  <a:gd name="T60" fmla="*/ 271 w 918"/>
                  <a:gd name="T61" fmla="*/ 1334 h 1891"/>
                  <a:gd name="T62" fmla="*/ 390 w 918"/>
                  <a:gd name="T63" fmla="*/ 1237 h 1891"/>
                  <a:gd name="T64" fmla="*/ 384 w 918"/>
                  <a:gd name="T65" fmla="*/ 1513 h 1891"/>
                  <a:gd name="T66" fmla="*/ 430 w 918"/>
                  <a:gd name="T67" fmla="*/ 1513 h 1891"/>
                  <a:gd name="T68" fmla="*/ 541 w 918"/>
                  <a:gd name="T69" fmla="*/ 1674 h 1891"/>
                  <a:gd name="T70" fmla="*/ 624 w 918"/>
                  <a:gd name="T71" fmla="*/ 1508 h 1891"/>
                  <a:gd name="T72" fmla="*/ 776 w 918"/>
                  <a:gd name="T73" fmla="*/ 1808 h 1891"/>
                  <a:gd name="T74" fmla="*/ 903 w 918"/>
                  <a:gd name="T75" fmla="*/ 1868 h 1891"/>
                  <a:gd name="T76" fmla="*/ 654 w 918"/>
                  <a:gd name="T77" fmla="*/ 1881 h 1891"/>
                  <a:gd name="T78" fmla="*/ 397 w 918"/>
                  <a:gd name="T79" fmla="*/ 1758 h 1891"/>
                  <a:gd name="T80" fmla="*/ 538 w 918"/>
                  <a:gd name="T81" fmla="*/ 1691 h 1891"/>
                  <a:gd name="T82" fmla="*/ 185 w 918"/>
                  <a:gd name="T83" fmla="*/ 1581 h 1891"/>
                  <a:gd name="T84" fmla="*/ 460 w 918"/>
                  <a:gd name="T85" fmla="*/ 1631 h 1891"/>
                  <a:gd name="T86" fmla="*/ 361 w 918"/>
                  <a:gd name="T87" fmla="*/ 1529 h 1891"/>
                  <a:gd name="T88" fmla="*/ 70 w 918"/>
                  <a:gd name="T89" fmla="*/ 1358 h 1891"/>
                  <a:gd name="T90" fmla="*/ 316 w 918"/>
                  <a:gd name="T91" fmla="*/ 1463 h 1891"/>
                  <a:gd name="T92" fmla="*/ 13 w 918"/>
                  <a:gd name="T93" fmla="*/ 1142 h 1891"/>
                  <a:gd name="T94" fmla="*/ 217 w 918"/>
                  <a:gd name="T95" fmla="*/ 1275 h 1891"/>
                  <a:gd name="T96" fmla="*/ 2 w 918"/>
                  <a:gd name="T97" fmla="*/ 945 h 1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8" h="1891">
                    <a:moveTo>
                      <a:pt x="0" y="922"/>
                    </a:moveTo>
                    <a:cubicBezTo>
                      <a:pt x="27" y="924"/>
                      <a:pt x="51" y="936"/>
                      <a:pt x="73" y="951"/>
                    </a:cubicBezTo>
                    <a:cubicBezTo>
                      <a:pt x="107" y="975"/>
                      <a:pt x="129" y="1009"/>
                      <a:pt x="147" y="1046"/>
                    </a:cubicBezTo>
                    <a:cubicBezTo>
                      <a:pt x="153" y="1058"/>
                      <a:pt x="159" y="1071"/>
                      <a:pt x="165" y="1085"/>
                    </a:cubicBezTo>
                    <a:cubicBezTo>
                      <a:pt x="161" y="1047"/>
                      <a:pt x="157" y="1010"/>
                      <a:pt x="153" y="974"/>
                    </a:cubicBezTo>
                    <a:cubicBezTo>
                      <a:pt x="141" y="971"/>
                      <a:pt x="129" y="968"/>
                      <a:pt x="117" y="963"/>
                    </a:cubicBezTo>
                    <a:cubicBezTo>
                      <a:pt x="72" y="944"/>
                      <a:pt x="47" y="908"/>
                      <a:pt x="34" y="862"/>
                    </a:cubicBezTo>
                    <a:cubicBezTo>
                      <a:pt x="22" y="819"/>
                      <a:pt x="21" y="775"/>
                      <a:pt x="26" y="731"/>
                    </a:cubicBezTo>
                    <a:cubicBezTo>
                      <a:pt x="26" y="731"/>
                      <a:pt x="26" y="730"/>
                      <a:pt x="27" y="729"/>
                    </a:cubicBezTo>
                    <a:cubicBezTo>
                      <a:pt x="31" y="730"/>
                      <a:pt x="35" y="731"/>
                      <a:pt x="38" y="732"/>
                    </a:cubicBezTo>
                    <a:cubicBezTo>
                      <a:pt x="78" y="750"/>
                      <a:pt x="108" y="779"/>
                      <a:pt x="124" y="819"/>
                    </a:cubicBezTo>
                    <a:cubicBezTo>
                      <a:pt x="135" y="845"/>
                      <a:pt x="144" y="874"/>
                      <a:pt x="152" y="898"/>
                    </a:cubicBezTo>
                    <a:cubicBezTo>
                      <a:pt x="155" y="867"/>
                      <a:pt x="157" y="832"/>
                      <a:pt x="160" y="796"/>
                    </a:cubicBezTo>
                    <a:cubicBezTo>
                      <a:pt x="142" y="789"/>
                      <a:pt x="125" y="780"/>
                      <a:pt x="110" y="766"/>
                    </a:cubicBezTo>
                    <a:cubicBezTo>
                      <a:pt x="86" y="742"/>
                      <a:pt x="73" y="712"/>
                      <a:pt x="70" y="679"/>
                    </a:cubicBezTo>
                    <a:cubicBezTo>
                      <a:pt x="65" y="637"/>
                      <a:pt x="71" y="596"/>
                      <a:pt x="82" y="555"/>
                    </a:cubicBezTo>
                    <a:cubicBezTo>
                      <a:pt x="82" y="554"/>
                      <a:pt x="83" y="552"/>
                      <a:pt x="84" y="549"/>
                    </a:cubicBezTo>
                    <a:cubicBezTo>
                      <a:pt x="156" y="590"/>
                      <a:pt x="168" y="658"/>
                      <a:pt x="171" y="732"/>
                    </a:cubicBezTo>
                    <a:cubicBezTo>
                      <a:pt x="180" y="698"/>
                      <a:pt x="188" y="666"/>
                      <a:pt x="196" y="635"/>
                    </a:cubicBezTo>
                    <a:cubicBezTo>
                      <a:pt x="185" y="626"/>
                      <a:pt x="173" y="617"/>
                      <a:pt x="164" y="607"/>
                    </a:cubicBezTo>
                    <a:cubicBezTo>
                      <a:pt x="138" y="580"/>
                      <a:pt x="130" y="547"/>
                      <a:pt x="132" y="511"/>
                    </a:cubicBezTo>
                    <a:cubicBezTo>
                      <a:pt x="135" y="471"/>
                      <a:pt x="146" y="434"/>
                      <a:pt x="163" y="398"/>
                    </a:cubicBezTo>
                    <a:cubicBezTo>
                      <a:pt x="164" y="397"/>
                      <a:pt x="165" y="396"/>
                      <a:pt x="166" y="394"/>
                    </a:cubicBezTo>
                    <a:cubicBezTo>
                      <a:pt x="227" y="441"/>
                      <a:pt x="227" y="505"/>
                      <a:pt x="218" y="572"/>
                    </a:cubicBezTo>
                    <a:cubicBezTo>
                      <a:pt x="232" y="543"/>
                      <a:pt x="245" y="514"/>
                      <a:pt x="258" y="485"/>
                    </a:cubicBezTo>
                    <a:cubicBezTo>
                      <a:pt x="258" y="485"/>
                      <a:pt x="258" y="484"/>
                      <a:pt x="258" y="484"/>
                    </a:cubicBezTo>
                    <a:cubicBezTo>
                      <a:pt x="219" y="453"/>
                      <a:pt x="208" y="413"/>
                      <a:pt x="218" y="366"/>
                    </a:cubicBezTo>
                    <a:cubicBezTo>
                      <a:pt x="226" y="326"/>
                      <a:pt x="245" y="292"/>
                      <a:pt x="268" y="258"/>
                    </a:cubicBezTo>
                    <a:cubicBezTo>
                      <a:pt x="273" y="264"/>
                      <a:pt x="278" y="268"/>
                      <a:pt x="281" y="273"/>
                    </a:cubicBezTo>
                    <a:cubicBezTo>
                      <a:pt x="305" y="307"/>
                      <a:pt x="308" y="345"/>
                      <a:pt x="300" y="384"/>
                    </a:cubicBezTo>
                    <a:cubicBezTo>
                      <a:pt x="297" y="400"/>
                      <a:pt x="292" y="415"/>
                      <a:pt x="288" y="432"/>
                    </a:cubicBezTo>
                    <a:cubicBezTo>
                      <a:pt x="305" y="407"/>
                      <a:pt x="321" y="383"/>
                      <a:pt x="337" y="359"/>
                    </a:cubicBezTo>
                    <a:cubicBezTo>
                      <a:pt x="324" y="345"/>
                      <a:pt x="314" y="329"/>
                      <a:pt x="311" y="309"/>
                    </a:cubicBezTo>
                    <a:cubicBezTo>
                      <a:pt x="307" y="287"/>
                      <a:pt x="309" y="266"/>
                      <a:pt x="317" y="246"/>
                    </a:cubicBezTo>
                    <a:cubicBezTo>
                      <a:pt x="331" y="210"/>
                      <a:pt x="354" y="179"/>
                      <a:pt x="381" y="151"/>
                    </a:cubicBezTo>
                    <a:cubicBezTo>
                      <a:pt x="391" y="164"/>
                      <a:pt x="397" y="179"/>
                      <a:pt x="400" y="195"/>
                    </a:cubicBezTo>
                    <a:cubicBezTo>
                      <a:pt x="407" y="228"/>
                      <a:pt x="397" y="258"/>
                      <a:pt x="384" y="288"/>
                    </a:cubicBezTo>
                    <a:cubicBezTo>
                      <a:pt x="381" y="296"/>
                      <a:pt x="377" y="303"/>
                      <a:pt x="374" y="312"/>
                    </a:cubicBezTo>
                    <a:cubicBezTo>
                      <a:pt x="392" y="292"/>
                      <a:pt x="410" y="272"/>
                      <a:pt x="428" y="253"/>
                    </a:cubicBezTo>
                    <a:cubicBezTo>
                      <a:pt x="423" y="241"/>
                      <a:pt x="417" y="230"/>
                      <a:pt x="414" y="218"/>
                    </a:cubicBezTo>
                    <a:cubicBezTo>
                      <a:pt x="407" y="187"/>
                      <a:pt x="418" y="160"/>
                      <a:pt x="435" y="134"/>
                    </a:cubicBezTo>
                    <a:cubicBezTo>
                      <a:pt x="451" y="109"/>
                      <a:pt x="472" y="88"/>
                      <a:pt x="495" y="69"/>
                    </a:cubicBezTo>
                    <a:cubicBezTo>
                      <a:pt x="496" y="68"/>
                      <a:pt x="498" y="67"/>
                      <a:pt x="501" y="65"/>
                    </a:cubicBezTo>
                    <a:cubicBezTo>
                      <a:pt x="527" y="120"/>
                      <a:pt x="502" y="165"/>
                      <a:pt x="473" y="209"/>
                    </a:cubicBezTo>
                    <a:cubicBezTo>
                      <a:pt x="475" y="208"/>
                      <a:pt x="476" y="207"/>
                      <a:pt x="477" y="206"/>
                    </a:cubicBezTo>
                    <a:cubicBezTo>
                      <a:pt x="493" y="194"/>
                      <a:pt x="508" y="181"/>
                      <a:pt x="523" y="168"/>
                    </a:cubicBezTo>
                    <a:cubicBezTo>
                      <a:pt x="527" y="165"/>
                      <a:pt x="529" y="162"/>
                      <a:pt x="526" y="156"/>
                    </a:cubicBezTo>
                    <a:cubicBezTo>
                      <a:pt x="515" y="129"/>
                      <a:pt x="520" y="104"/>
                      <a:pt x="534" y="80"/>
                    </a:cubicBezTo>
                    <a:cubicBezTo>
                      <a:pt x="549" y="54"/>
                      <a:pt x="593" y="14"/>
                      <a:pt x="622" y="0"/>
                    </a:cubicBezTo>
                    <a:cubicBezTo>
                      <a:pt x="631" y="23"/>
                      <a:pt x="630" y="46"/>
                      <a:pt x="620" y="66"/>
                    </a:cubicBezTo>
                    <a:cubicBezTo>
                      <a:pt x="610" y="86"/>
                      <a:pt x="596" y="105"/>
                      <a:pt x="583" y="126"/>
                    </a:cubicBezTo>
                    <a:cubicBezTo>
                      <a:pt x="601" y="113"/>
                      <a:pt x="620" y="103"/>
                      <a:pt x="634" y="88"/>
                    </a:cubicBezTo>
                    <a:cubicBezTo>
                      <a:pt x="676" y="41"/>
                      <a:pt x="728" y="14"/>
                      <a:pt x="789" y="7"/>
                    </a:cubicBezTo>
                    <a:cubicBezTo>
                      <a:pt x="805" y="5"/>
                      <a:pt x="821" y="5"/>
                      <a:pt x="840" y="4"/>
                    </a:cubicBezTo>
                    <a:cubicBezTo>
                      <a:pt x="837" y="7"/>
                      <a:pt x="836" y="9"/>
                      <a:pt x="835" y="10"/>
                    </a:cubicBezTo>
                    <a:cubicBezTo>
                      <a:pt x="780" y="60"/>
                      <a:pt x="717" y="94"/>
                      <a:pt x="643" y="107"/>
                    </a:cubicBezTo>
                    <a:cubicBezTo>
                      <a:pt x="641" y="107"/>
                      <a:pt x="639" y="108"/>
                      <a:pt x="637" y="109"/>
                    </a:cubicBezTo>
                    <a:cubicBezTo>
                      <a:pt x="622" y="118"/>
                      <a:pt x="608" y="127"/>
                      <a:pt x="594" y="136"/>
                    </a:cubicBezTo>
                    <a:cubicBezTo>
                      <a:pt x="640" y="122"/>
                      <a:pt x="684" y="119"/>
                      <a:pt x="722" y="159"/>
                    </a:cubicBezTo>
                    <a:cubicBezTo>
                      <a:pt x="710" y="164"/>
                      <a:pt x="699" y="169"/>
                      <a:pt x="688" y="173"/>
                    </a:cubicBezTo>
                    <a:cubicBezTo>
                      <a:pt x="658" y="185"/>
                      <a:pt x="627" y="195"/>
                      <a:pt x="593" y="193"/>
                    </a:cubicBezTo>
                    <a:cubicBezTo>
                      <a:pt x="576" y="192"/>
                      <a:pt x="561" y="187"/>
                      <a:pt x="546" y="178"/>
                    </a:cubicBezTo>
                    <a:cubicBezTo>
                      <a:pt x="542" y="175"/>
                      <a:pt x="539" y="176"/>
                      <a:pt x="534" y="179"/>
                    </a:cubicBezTo>
                    <a:cubicBezTo>
                      <a:pt x="521" y="191"/>
                      <a:pt x="507" y="202"/>
                      <a:pt x="494" y="214"/>
                    </a:cubicBezTo>
                    <a:cubicBezTo>
                      <a:pt x="541" y="193"/>
                      <a:pt x="587" y="188"/>
                      <a:pt x="632" y="225"/>
                    </a:cubicBezTo>
                    <a:cubicBezTo>
                      <a:pt x="615" y="234"/>
                      <a:pt x="601" y="243"/>
                      <a:pt x="585" y="250"/>
                    </a:cubicBezTo>
                    <a:cubicBezTo>
                      <a:pt x="563" y="261"/>
                      <a:pt x="540" y="271"/>
                      <a:pt x="515" y="274"/>
                    </a:cubicBezTo>
                    <a:cubicBezTo>
                      <a:pt x="491" y="277"/>
                      <a:pt x="469" y="274"/>
                      <a:pt x="447" y="264"/>
                    </a:cubicBezTo>
                    <a:cubicBezTo>
                      <a:pt x="445" y="263"/>
                      <a:pt x="440" y="264"/>
                      <a:pt x="439" y="265"/>
                    </a:cubicBezTo>
                    <a:cubicBezTo>
                      <a:pt x="425" y="280"/>
                      <a:pt x="411" y="295"/>
                      <a:pt x="397" y="311"/>
                    </a:cubicBezTo>
                    <a:cubicBezTo>
                      <a:pt x="420" y="297"/>
                      <a:pt x="443" y="286"/>
                      <a:pt x="470" y="284"/>
                    </a:cubicBezTo>
                    <a:cubicBezTo>
                      <a:pt x="497" y="282"/>
                      <a:pt x="522" y="289"/>
                      <a:pt x="545" y="305"/>
                    </a:cubicBezTo>
                    <a:cubicBezTo>
                      <a:pt x="541" y="309"/>
                      <a:pt x="538" y="311"/>
                      <a:pt x="534" y="314"/>
                    </a:cubicBezTo>
                    <a:cubicBezTo>
                      <a:pt x="509" y="334"/>
                      <a:pt x="482" y="352"/>
                      <a:pt x="453" y="364"/>
                    </a:cubicBezTo>
                    <a:cubicBezTo>
                      <a:pt x="422" y="377"/>
                      <a:pt x="391" y="379"/>
                      <a:pt x="359" y="369"/>
                    </a:cubicBezTo>
                    <a:cubicBezTo>
                      <a:pt x="353" y="368"/>
                      <a:pt x="350" y="368"/>
                      <a:pt x="347" y="373"/>
                    </a:cubicBezTo>
                    <a:cubicBezTo>
                      <a:pt x="337" y="389"/>
                      <a:pt x="326" y="404"/>
                      <a:pt x="316" y="420"/>
                    </a:cubicBezTo>
                    <a:cubicBezTo>
                      <a:pt x="314" y="422"/>
                      <a:pt x="313" y="424"/>
                      <a:pt x="312" y="427"/>
                    </a:cubicBezTo>
                    <a:cubicBezTo>
                      <a:pt x="359" y="386"/>
                      <a:pt x="409" y="371"/>
                      <a:pt x="468" y="400"/>
                    </a:cubicBezTo>
                    <a:cubicBezTo>
                      <a:pt x="449" y="423"/>
                      <a:pt x="428" y="442"/>
                      <a:pt x="405" y="459"/>
                    </a:cubicBezTo>
                    <a:cubicBezTo>
                      <a:pt x="388" y="471"/>
                      <a:pt x="370" y="483"/>
                      <a:pt x="350" y="488"/>
                    </a:cubicBezTo>
                    <a:cubicBezTo>
                      <a:pt x="338" y="491"/>
                      <a:pt x="325" y="494"/>
                      <a:pt x="312" y="494"/>
                    </a:cubicBezTo>
                    <a:cubicBezTo>
                      <a:pt x="300" y="495"/>
                      <a:pt x="287" y="493"/>
                      <a:pt x="273" y="492"/>
                    </a:cubicBezTo>
                    <a:cubicBezTo>
                      <a:pt x="262" y="518"/>
                      <a:pt x="249" y="544"/>
                      <a:pt x="237" y="570"/>
                    </a:cubicBezTo>
                    <a:cubicBezTo>
                      <a:pt x="238" y="571"/>
                      <a:pt x="238" y="571"/>
                      <a:pt x="239" y="571"/>
                    </a:cubicBezTo>
                    <a:cubicBezTo>
                      <a:pt x="280" y="516"/>
                      <a:pt x="331" y="491"/>
                      <a:pt x="402" y="514"/>
                    </a:cubicBezTo>
                    <a:cubicBezTo>
                      <a:pt x="397" y="520"/>
                      <a:pt x="394" y="526"/>
                      <a:pt x="390" y="532"/>
                    </a:cubicBezTo>
                    <a:cubicBezTo>
                      <a:pt x="372" y="557"/>
                      <a:pt x="351" y="581"/>
                      <a:pt x="327" y="601"/>
                    </a:cubicBezTo>
                    <a:cubicBezTo>
                      <a:pt x="296" y="627"/>
                      <a:pt x="261" y="639"/>
                      <a:pt x="221" y="638"/>
                    </a:cubicBezTo>
                    <a:cubicBezTo>
                      <a:pt x="215" y="638"/>
                      <a:pt x="212" y="640"/>
                      <a:pt x="211" y="646"/>
                    </a:cubicBezTo>
                    <a:cubicBezTo>
                      <a:pt x="204" y="672"/>
                      <a:pt x="197" y="699"/>
                      <a:pt x="190" y="725"/>
                    </a:cubicBezTo>
                    <a:cubicBezTo>
                      <a:pt x="190" y="727"/>
                      <a:pt x="190" y="728"/>
                      <a:pt x="190" y="730"/>
                    </a:cubicBezTo>
                    <a:cubicBezTo>
                      <a:pt x="209" y="690"/>
                      <a:pt x="235" y="657"/>
                      <a:pt x="279" y="643"/>
                    </a:cubicBezTo>
                    <a:cubicBezTo>
                      <a:pt x="302" y="635"/>
                      <a:pt x="332" y="633"/>
                      <a:pt x="353" y="640"/>
                    </a:cubicBezTo>
                    <a:cubicBezTo>
                      <a:pt x="348" y="649"/>
                      <a:pt x="344" y="659"/>
                      <a:pt x="340" y="668"/>
                    </a:cubicBezTo>
                    <a:cubicBezTo>
                      <a:pt x="322" y="701"/>
                      <a:pt x="302" y="733"/>
                      <a:pt x="274" y="758"/>
                    </a:cubicBezTo>
                    <a:cubicBezTo>
                      <a:pt x="249" y="781"/>
                      <a:pt x="219" y="793"/>
                      <a:pt x="185" y="797"/>
                    </a:cubicBezTo>
                    <a:cubicBezTo>
                      <a:pt x="180" y="798"/>
                      <a:pt x="177" y="798"/>
                      <a:pt x="176" y="804"/>
                    </a:cubicBezTo>
                    <a:cubicBezTo>
                      <a:pt x="174" y="837"/>
                      <a:pt x="171" y="870"/>
                      <a:pt x="169" y="904"/>
                    </a:cubicBezTo>
                    <a:cubicBezTo>
                      <a:pt x="175" y="888"/>
                      <a:pt x="180" y="872"/>
                      <a:pt x="187" y="858"/>
                    </a:cubicBezTo>
                    <a:cubicBezTo>
                      <a:pt x="213" y="804"/>
                      <a:pt x="257" y="778"/>
                      <a:pt x="316" y="777"/>
                    </a:cubicBezTo>
                    <a:cubicBezTo>
                      <a:pt x="318" y="777"/>
                      <a:pt x="319" y="777"/>
                      <a:pt x="321" y="777"/>
                    </a:cubicBezTo>
                    <a:cubicBezTo>
                      <a:pt x="322" y="777"/>
                      <a:pt x="323" y="778"/>
                      <a:pt x="325" y="778"/>
                    </a:cubicBezTo>
                    <a:cubicBezTo>
                      <a:pt x="322" y="787"/>
                      <a:pt x="320" y="796"/>
                      <a:pt x="318" y="805"/>
                    </a:cubicBezTo>
                    <a:cubicBezTo>
                      <a:pt x="308" y="837"/>
                      <a:pt x="295" y="869"/>
                      <a:pt x="276" y="897"/>
                    </a:cubicBezTo>
                    <a:cubicBezTo>
                      <a:pt x="252" y="935"/>
                      <a:pt x="218" y="958"/>
                      <a:pt x="177" y="971"/>
                    </a:cubicBezTo>
                    <a:cubicBezTo>
                      <a:pt x="172" y="972"/>
                      <a:pt x="170" y="973"/>
                      <a:pt x="171" y="979"/>
                    </a:cubicBezTo>
                    <a:cubicBezTo>
                      <a:pt x="174" y="1013"/>
                      <a:pt x="178" y="1048"/>
                      <a:pt x="181" y="1083"/>
                    </a:cubicBezTo>
                    <a:cubicBezTo>
                      <a:pt x="182" y="1083"/>
                      <a:pt x="183" y="1083"/>
                      <a:pt x="183" y="1083"/>
                    </a:cubicBezTo>
                    <a:cubicBezTo>
                      <a:pt x="185" y="1074"/>
                      <a:pt x="185" y="1064"/>
                      <a:pt x="187" y="1055"/>
                    </a:cubicBezTo>
                    <a:cubicBezTo>
                      <a:pt x="188" y="1045"/>
                      <a:pt x="190" y="1036"/>
                      <a:pt x="193" y="1027"/>
                    </a:cubicBezTo>
                    <a:cubicBezTo>
                      <a:pt x="211" y="963"/>
                      <a:pt x="262" y="927"/>
                      <a:pt x="321" y="922"/>
                    </a:cubicBezTo>
                    <a:cubicBezTo>
                      <a:pt x="320" y="934"/>
                      <a:pt x="319" y="946"/>
                      <a:pt x="317" y="958"/>
                    </a:cubicBezTo>
                    <a:cubicBezTo>
                      <a:pt x="313" y="991"/>
                      <a:pt x="306" y="1023"/>
                      <a:pt x="293" y="1054"/>
                    </a:cubicBezTo>
                    <a:cubicBezTo>
                      <a:pt x="276" y="1096"/>
                      <a:pt x="245" y="1128"/>
                      <a:pt x="204" y="1148"/>
                    </a:cubicBezTo>
                    <a:cubicBezTo>
                      <a:pt x="198" y="1151"/>
                      <a:pt x="197" y="1154"/>
                      <a:pt x="199" y="1160"/>
                    </a:cubicBezTo>
                    <a:cubicBezTo>
                      <a:pt x="210" y="1195"/>
                      <a:pt x="222" y="1230"/>
                      <a:pt x="233" y="1266"/>
                    </a:cubicBezTo>
                    <a:cubicBezTo>
                      <a:pt x="233" y="1268"/>
                      <a:pt x="235" y="1270"/>
                      <a:pt x="235" y="1271"/>
                    </a:cubicBezTo>
                    <a:cubicBezTo>
                      <a:pt x="235" y="1252"/>
                      <a:pt x="233" y="1233"/>
                      <a:pt x="233" y="1214"/>
                    </a:cubicBezTo>
                    <a:cubicBezTo>
                      <a:pt x="235" y="1150"/>
                      <a:pt x="280" y="1094"/>
                      <a:pt x="342" y="1078"/>
                    </a:cubicBezTo>
                    <a:cubicBezTo>
                      <a:pt x="343" y="1077"/>
                      <a:pt x="343" y="1078"/>
                      <a:pt x="345" y="1078"/>
                    </a:cubicBezTo>
                    <a:cubicBezTo>
                      <a:pt x="346" y="1091"/>
                      <a:pt x="348" y="1104"/>
                      <a:pt x="349" y="1117"/>
                    </a:cubicBezTo>
                    <a:cubicBezTo>
                      <a:pt x="351" y="1153"/>
                      <a:pt x="351" y="1189"/>
                      <a:pt x="342" y="1225"/>
                    </a:cubicBezTo>
                    <a:cubicBezTo>
                      <a:pt x="332" y="1270"/>
                      <a:pt x="307" y="1306"/>
                      <a:pt x="271" y="1334"/>
                    </a:cubicBezTo>
                    <a:cubicBezTo>
                      <a:pt x="269" y="1336"/>
                      <a:pt x="267" y="1337"/>
                      <a:pt x="265" y="1339"/>
                    </a:cubicBezTo>
                    <a:cubicBezTo>
                      <a:pt x="285" y="1380"/>
                      <a:pt x="307" y="1419"/>
                      <a:pt x="334" y="1457"/>
                    </a:cubicBezTo>
                    <a:cubicBezTo>
                      <a:pt x="328" y="1439"/>
                      <a:pt x="323" y="1422"/>
                      <a:pt x="319" y="1405"/>
                    </a:cubicBezTo>
                    <a:cubicBezTo>
                      <a:pt x="302" y="1336"/>
                      <a:pt x="329" y="1273"/>
                      <a:pt x="390" y="1237"/>
                    </a:cubicBezTo>
                    <a:cubicBezTo>
                      <a:pt x="393" y="1235"/>
                      <a:pt x="397" y="1233"/>
                      <a:pt x="402" y="1230"/>
                    </a:cubicBezTo>
                    <a:cubicBezTo>
                      <a:pt x="408" y="1254"/>
                      <a:pt x="416" y="1277"/>
                      <a:pt x="421" y="1300"/>
                    </a:cubicBezTo>
                    <a:cubicBezTo>
                      <a:pt x="429" y="1333"/>
                      <a:pt x="434" y="1366"/>
                      <a:pt x="431" y="1399"/>
                    </a:cubicBezTo>
                    <a:cubicBezTo>
                      <a:pt x="428" y="1442"/>
                      <a:pt x="411" y="1480"/>
                      <a:pt x="384" y="1513"/>
                    </a:cubicBezTo>
                    <a:cubicBezTo>
                      <a:pt x="383" y="1514"/>
                      <a:pt x="381" y="1516"/>
                      <a:pt x="379" y="1518"/>
                    </a:cubicBezTo>
                    <a:cubicBezTo>
                      <a:pt x="409" y="1554"/>
                      <a:pt x="441" y="1588"/>
                      <a:pt x="478" y="1619"/>
                    </a:cubicBezTo>
                    <a:cubicBezTo>
                      <a:pt x="474" y="1614"/>
                      <a:pt x="470" y="1609"/>
                      <a:pt x="467" y="1604"/>
                    </a:cubicBezTo>
                    <a:cubicBezTo>
                      <a:pt x="448" y="1576"/>
                      <a:pt x="434" y="1547"/>
                      <a:pt x="430" y="1513"/>
                    </a:cubicBezTo>
                    <a:cubicBezTo>
                      <a:pt x="422" y="1455"/>
                      <a:pt x="450" y="1403"/>
                      <a:pt x="491" y="1374"/>
                    </a:cubicBezTo>
                    <a:cubicBezTo>
                      <a:pt x="524" y="1429"/>
                      <a:pt x="554" y="1485"/>
                      <a:pt x="564" y="1550"/>
                    </a:cubicBezTo>
                    <a:cubicBezTo>
                      <a:pt x="571" y="1591"/>
                      <a:pt x="563" y="1630"/>
                      <a:pt x="545" y="1668"/>
                    </a:cubicBezTo>
                    <a:cubicBezTo>
                      <a:pt x="544" y="1670"/>
                      <a:pt x="543" y="1672"/>
                      <a:pt x="541" y="1674"/>
                    </a:cubicBezTo>
                    <a:cubicBezTo>
                      <a:pt x="585" y="1708"/>
                      <a:pt x="632" y="1737"/>
                      <a:pt x="682" y="1762"/>
                    </a:cubicBezTo>
                    <a:cubicBezTo>
                      <a:pt x="680" y="1760"/>
                      <a:pt x="677" y="1758"/>
                      <a:pt x="675" y="1756"/>
                    </a:cubicBezTo>
                    <a:cubicBezTo>
                      <a:pt x="648" y="1733"/>
                      <a:pt x="624" y="1709"/>
                      <a:pt x="607" y="1678"/>
                    </a:cubicBezTo>
                    <a:cubicBezTo>
                      <a:pt x="577" y="1624"/>
                      <a:pt x="584" y="1556"/>
                      <a:pt x="624" y="1508"/>
                    </a:cubicBezTo>
                    <a:cubicBezTo>
                      <a:pt x="631" y="1515"/>
                      <a:pt x="637" y="1521"/>
                      <a:pt x="643" y="1527"/>
                    </a:cubicBezTo>
                    <a:cubicBezTo>
                      <a:pt x="681" y="1565"/>
                      <a:pt x="715" y="1605"/>
                      <a:pt x="742" y="1650"/>
                    </a:cubicBezTo>
                    <a:cubicBezTo>
                      <a:pt x="770" y="1697"/>
                      <a:pt x="780" y="1747"/>
                      <a:pt x="770" y="1800"/>
                    </a:cubicBezTo>
                    <a:cubicBezTo>
                      <a:pt x="769" y="1806"/>
                      <a:pt x="773" y="1807"/>
                      <a:pt x="776" y="1808"/>
                    </a:cubicBezTo>
                    <a:cubicBezTo>
                      <a:pt x="817" y="1822"/>
                      <a:pt x="858" y="1837"/>
                      <a:pt x="900" y="1851"/>
                    </a:cubicBezTo>
                    <a:cubicBezTo>
                      <a:pt x="902" y="1852"/>
                      <a:pt x="905" y="1853"/>
                      <a:pt x="908" y="1853"/>
                    </a:cubicBezTo>
                    <a:cubicBezTo>
                      <a:pt x="913" y="1855"/>
                      <a:pt x="918" y="1858"/>
                      <a:pt x="915" y="1864"/>
                    </a:cubicBezTo>
                    <a:cubicBezTo>
                      <a:pt x="913" y="1870"/>
                      <a:pt x="909" y="1870"/>
                      <a:pt x="903" y="1868"/>
                    </a:cubicBezTo>
                    <a:cubicBezTo>
                      <a:pt x="890" y="1864"/>
                      <a:pt x="877" y="1861"/>
                      <a:pt x="864" y="1856"/>
                    </a:cubicBezTo>
                    <a:cubicBezTo>
                      <a:pt x="832" y="1845"/>
                      <a:pt x="801" y="1834"/>
                      <a:pt x="770" y="1822"/>
                    </a:cubicBezTo>
                    <a:cubicBezTo>
                      <a:pt x="764" y="1820"/>
                      <a:pt x="762" y="1820"/>
                      <a:pt x="758" y="1825"/>
                    </a:cubicBezTo>
                    <a:cubicBezTo>
                      <a:pt x="731" y="1857"/>
                      <a:pt x="695" y="1874"/>
                      <a:pt x="654" y="1881"/>
                    </a:cubicBezTo>
                    <a:cubicBezTo>
                      <a:pt x="590" y="1891"/>
                      <a:pt x="531" y="1875"/>
                      <a:pt x="473" y="1850"/>
                    </a:cubicBezTo>
                    <a:cubicBezTo>
                      <a:pt x="436" y="1833"/>
                      <a:pt x="401" y="1813"/>
                      <a:pt x="368" y="1789"/>
                    </a:cubicBezTo>
                    <a:cubicBezTo>
                      <a:pt x="364" y="1787"/>
                      <a:pt x="361" y="1783"/>
                      <a:pt x="356" y="1780"/>
                    </a:cubicBezTo>
                    <a:cubicBezTo>
                      <a:pt x="369" y="1770"/>
                      <a:pt x="383" y="1763"/>
                      <a:pt x="397" y="1758"/>
                    </a:cubicBezTo>
                    <a:cubicBezTo>
                      <a:pt x="449" y="1738"/>
                      <a:pt x="501" y="1736"/>
                      <a:pt x="555" y="1749"/>
                    </a:cubicBezTo>
                    <a:cubicBezTo>
                      <a:pt x="597" y="1758"/>
                      <a:pt x="639" y="1770"/>
                      <a:pt x="682" y="1782"/>
                    </a:cubicBezTo>
                    <a:cubicBezTo>
                      <a:pt x="678" y="1780"/>
                      <a:pt x="675" y="1778"/>
                      <a:pt x="671" y="1776"/>
                    </a:cubicBezTo>
                    <a:cubicBezTo>
                      <a:pt x="624" y="1751"/>
                      <a:pt x="580" y="1723"/>
                      <a:pt x="538" y="1691"/>
                    </a:cubicBezTo>
                    <a:cubicBezTo>
                      <a:pt x="533" y="1687"/>
                      <a:pt x="529" y="1687"/>
                      <a:pt x="524" y="1691"/>
                    </a:cubicBezTo>
                    <a:cubicBezTo>
                      <a:pt x="484" y="1719"/>
                      <a:pt x="440" y="1726"/>
                      <a:pt x="392" y="1718"/>
                    </a:cubicBezTo>
                    <a:cubicBezTo>
                      <a:pt x="347" y="1710"/>
                      <a:pt x="308" y="1689"/>
                      <a:pt x="272" y="1662"/>
                    </a:cubicBezTo>
                    <a:cubicBezTo>
                      <a:pt x="240" y="1638"/>
                      <a:pt x="211" y="1611"/>
                      <a:pt x="185" y="1581"/>
                    </a:cubicBezTo>
                    <a:cubicBezTo>
                      <a:pt x="183" y="1578"/>
                      <a:pt x="181" y="1575"/>
                      <a:pt x="178" y="1571"/>
                    </a:cubicBezTo>
                    <a:cubicBezTo>
                      <a:pt x="188" y="1568"/>
                      <a:pt x="198" y="1564"/>
                      <a:pt x="207" y="1562"/>
                    </a:cubicBezTo>
                    <a:cubicBezTo>
                      <a:pt x="263" y="1549"/>
                      <a:pt x="317" y="1557"/>
                      <a:pt x="368" y="1582"/>
                    </a:cubicBezTo>
                    <a:cubicBezTo>
                      <a:pt x="399" y="1597"/>
                      <a:pt x="429" y="1614"/>
                      <a:pt x="460" y="1631"/>
                    </a:cubicBezTo>
                    <a:cubicBezTo>
                      <a:pt x="462" y="1632"/>
                      <a:pt x="464" y="1633"/>
                      <a:pt x="467" y="1633"/>
                    </a:cubicBezTo>
                    <a:cubicBezTo>
                      <a:pt x="459" y="1625"/>
                      <a:pt x="450" y="1618"/>
                      <a:pt x="442" y="1610"/>
                    </a:cubicBezTo>
                    <a:cubicBezTo>
                      <a:pt x="418" y="1584"/>
                      <a:pt x="394" y="1558"/>
                      <a:pt x="370" y="1532"/>
                    </a:cubicBezTo>
                    <a:cubicBezTo>
                      <a:pt x="367" y="1528"/>
                      <a:pt x="365" y="1527"/>
                      <a:pt x="361" y="1529"/>
                    </a:cubicBezTo>
                    <a:cubicBezTo>
                      <a:pt x="311" y="1551"/>
                      <a:pt x="262" y="1546"/>
                      <a:pt x="215" y="1522"/>
                    </a:cubicBezTo>
                    <a:cubicBezTo>
                      <a:pt x="171" y="1499"/>
                      <a:pt x="138" y="1464"/>
                      <a:pt x="110" y="1425"/>
                    </a:cubicBezTo>
                    <a:cubicBezTo>
                      <a:pt x="97" y="1406"/>
                      <a:pt x="86" y="1385"/>
                      <a:pt x="74" y="1366"/>
                    </a:cubicBezTo>
                    <a:cubicBezTo>
                      <a:pt x="72" y="1364"/>
                      <a:pt x="72" y="1361"/>
                      <a:pt x="70" y="1358"/>
                    </a:cubicBezTo>
                    <a:cubicBezTo>
                      <a:pt x="90" y="1353"/>
                      <a:pt x="108" y="1353"/>
                      <a:pt x="127" y="1355"/>
                    </a:cubicBezTo>
                    <a:cubicBezTo>
                      <a:pt x="174" y="1359"/>
                      <a:pt x="216" y="1379"/>
                      <a:pt x="252" y="1408"/>
                    </a:cubicBezTo>
                    <a:cubicBezTo>
                      <a:pt x="273" y="1425"/>
                      <a:pt x="293" y="1443"/>
                      <a:pt x="314" y="1461"/>
                    </a:cubicBezTo>
                    <a:cubicBezTo>
                      <a:pt x="315" y="1462"/>
                      <a:pt x="316" y="1463"/>
                      <a:pt x="316" y="1463"/>
                    </a:cubicBezTo>
                    <a:cubicBezTo>
                      <a:pt x="294" y="1424"/>
                      <a:pt x="271" y="1386"/>
                      <a:pt x="248" y="1346"/>
                    </a:cubicBezTo>
                    <a:cubicBezTo>
                      <a:pt x="227" y="1351"/>
                      <a:pt x="204" y="1352"/>
                      <a:pt x="182" y="1347"/>
                    </a:cubicBezTo>
                    <a:cubicBezTo>
                      <a:pt x="138" y="1337"/>
                      <a:pt x="104" y="1312"/>
                      <a:pt x="78" y="1278"/>
                    </a:cubicBezTo>
                    <a:cubicBezTo>
                      <a:pt x="47" y="1237"/>
                      <a:pt x="27" y="1191"/>
                      <a:pt x="13" y="1142"/>
                    </a:cubicBezTo>
                    <a:cubicBezTo>
                      <a:pt x="13" y="1141"/>
                      <a:pt x="13" y="1139"/>
                      <a:pt x="12" y="1135"/>
                    </a:cubicBezTo>
                    <a:cubicBezTo>
                      <a:pt x="26" y="1137"/>
                      <a:pt x="40" y="1138"/>
                      <a:pt x="53" y="1141"/>
                    </a:cubicBezTo>
                    <a:cubicBezTo>
                      <a:pt x="105" y="1152"/>
                      <a:pt x="145" y="1182"/>
                      <a:pt x="177" y="1222"/>
                    </a:cubicBezTo>
                    <a:cubicBezTo>
                      <a:pt x="191" y="1240"/>
                      <a:pt x="205" y="1258"/>
                      <a:pt x="217" y="1275"/>
                    </a:cubicBezTo>
                    <a:cubicBezTo>
                      <a:pt x="205" y="1237"/>
                      <a:pt x="192" y="1197"/>
                      <a:pt x="180" y="1156"/>
                    </a:cubicBezTo>
                    <a:cubicBezTo>
                      <a:pt x="168" y="1155"/>
                      <a:pt x="156" y="1155"/>
                      <a:pt x="144" y="1152"/>
                    </a:cubicBezTo>
                    <a:cubicBezTo>
                      <a:pt x="97" y="1142"/>
                      <a:pt x="64" y="1114"/>
                      <a:pt x="40" y="1073"/>
                    </a:cubicBezTo>
                    <a:cubicBezTo>
                      <a:pt x="18" y="1033"/>
                      <a:pt x="8" y="990"/>
                      <a:pt x="2" y="945"/>
                    </a:cubicBezTo>
                    <a:cubicBezTo>
                      <a:pt x="1" y="942"/>
                      <a:pt x="1" y="940"/>
                      <a:pt x="0" y="937"/>
                    </a:cubicBezTo>
                    <a:cubicBezTo>
                      <a:pt x="0" y="932"/>
                      <a:pt x="0" y="927"/>
                      <a:pt x="0" y="9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5991" tIns="47995" rIns="95991" bIns="47995" numCol="1" anchor="t" anchorCtr="0" compatLnSpc="1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企业文化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CORPORATE CULTURE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219585" y="1499194"/>
            <a:ext cx="2704830" cy="2704830"/>
            <a:chOff x="3024166" y="1276307"/>
            <a:chExt cx="3095668" cy="3095668"/>
          </a:xfrm>
        </p:grpSpPr>
        <p:sp>
          <p:nvSpPr>
            <p:cNvPr id="2" name="椭圆 1"/>
            <p:cNvSpPr/>
            <p:nvPr/>
          </p:nvSpPr>
          <p:spPr>
            <a:xfrm>
              <a:off x="3601616" y="1853757"/>
              <a:ext cx="1940768" cy="1940768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8" name="弧形 7"/>
            <p:cNvSpPr/>
            <p:nvPr/>
          </p:nvSpPr>
          <p:spPr>
            <a:xfrm>
              <a:off x="3312000" y="1564141"/>
              <a:ext cx="2520000" cy="2520000"/>
            </a:xfrm>
            <a:prstGeom prst="arc">
              <a:avLst>
                <a:gd name="adj1" fmla="val 13344917"/>
                <a:gd name="adj2" fmla="val 8497078"/>
              </a:avLst>
            </a:prstGeom>
            <a:ln w="28575">
              <a:gradFill flip="none" rotWithShape="1">
                <a:gsLst>
                  <a:gs pos="0">
                    <a:srgbClr val="C53811"/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弧形 8"/>
            <p:cNvSpPr/>
            <p:nvPr/>
          </p:nvSpPr>
          <p:spPr>
            <a:xfrm rot="11700000">
              <a:off x="3024166" y="1276307"/>
              <a:ext cx="3095668" cy="3095668"/>
            </a:xfrm>
            <a:prstGeom prst="arc">
              <a:avLst>
                <a:gd name="adj1" fmla="val 13344917"/>
                <a:gd name="adj2" fmla="val 8497078"/>
              </a:avLst>
            </a:prstGeom>
            <a:ln w="28575">
              <a:gradFill flip="none" rotWithShape="1">
                <a:gsLst>
                  <a:gs pos="0">
                    <a:srgbClr val="C53811"/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387062" y="1807525"/>
            <a:ext cx="2647580" cy="7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</a:t>
            </a:r>
            <a:endParaRPr lang="en-US" altLang="zh-CN" sz="1050">
              <a:cs typeface="思源黑体 CN Normal" panose="020B0400000000000000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353097" y="1259633"/>
            <a:ext cx="1681545" cy="447869"/>
            <a:chOff x="1147824" y="1306286"/>
            <a:chExt cx="1681545" cy="447869"/>
          </a:xfrm>
        </p:grpSpPr>
        <p:sp>
          <p:nvSpPr>
            <p:cNvPr id="12" name="矩形: 圆角 11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87062" y="3776284"/>
            <a:ext cx="2647580" cy="7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</a:t>
            </a:r>
            <a:endParaRPr lang="en-US" altLang="zh-CN" sz="1050">
              <a:cs typeface="思源黑体 CN Normal" panose="020B0400000000000000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353097" y="3228392"/>
            <a:ext cx="1681545" cy="447869"/>
            <a:chOff x="1147824" y="1306286"/>
            <a:chExt cx="1681545" cy="447869"/>
          </a:xfrm>
        </p:grpSpPr>
        <p:sp>
          <p:nvSpPr>
            <p:cNvPr id="20" name="矩形: 圆角 19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106727" y="1807525"/>
            <a:ext cx="2647580" cy="7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</a:t>
            </a:r>
            <a:endParaRPr lang="en-US" altLang="zh-CN" sz="1050">
              <a:cs typeface="思源黑体 CN Normal" panose="020B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106727" y="1259633"/>
            <a:ext cx="1681545" cy="447869"/>
            <a:chOff x="1147824" y="1306286"/>
            <a:chExt cx="1681545" cy="447869"/>
          </a:xfrm>
        </p:grpSpPr>
        <p:sp>
          <p:nvSpPr>
            <p:cNvPr id="25" name="矩形: 圆角 24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6106727" y="3776284"/>
            <a:ext cx="2647580" cy="7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</a:t>
            </a:r>
            <a:endParaRPr lang="en-US" altLang="zh-CN" sz="1050">
              <a:cs typeface="思源黑体 CN Normal" panose="020B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106727" y="3228392"/>
            <a:ext cx="1681545" cy="447869"/>
            <a:chOff x="1147824" y="1306286"/>
            <a:chExt cx="1681545" cy="447869"/>
          </a:xfrm>
        </p:grpSpPr>
        <p:sp>
          <p:nvSpPr>
            <p:cNvPr id="31" name="矩形: 圆角 30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3894996" y="2190021"/>
            <a:ext cx="1354007" cy="1354007"/>
          </a:xfrm>
          <a:prstGeom prst="ellipse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企业文化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CORPORATE CULTURE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373225" y="2954227"/>
            <a:ext cx="2491273" cy="1970833"/>
          </a:xfrm>
          <a:prstGeom prst="roundRect">
            <a:avLst>
              <a:gd name="adj" fmla="val 446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5171" y="3709955"/>
            <a:ext cx="212738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78089" y="3116577"/>
            <a:ext cx="1681545" cy="447869"/>
            <a:chOff x="1147824" y="1306286"/>
            <a:chExt cx="1681545" cy="447869"/>
          </a:xfrm>
        </p:grpSpPr>
        <p:sp>
          <p:nvSpPr>
            <p:cNvPr id="17" name="矩形: 圆角 16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34" name="矩形: 圆角 33"/>
          <p:cNvSpPr/>
          <p:nvPr/>
        </p:nvSpPr>
        <p:spPr>
          <a:xfrm>
            <a:off x="3352023" y="2855167"/>
            <a:ext cx="2491273" cy="1970833"/>
          </a:xfrm>
          <a:prstGeom prst="roundRect">
            <a:avLst>
              <a:gd name="adj" fmla="val 446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3533969" y="3610895"/>
            <a:ext cx="212738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3756887" y="3017517"/>
            <a:ext cx="1681545" cy="447869"/>
            <a:chOff x="1147824" y="1306286"/>
            <a:chExt cx="1681545" cy="447869"/>
          </a:xfrm>
        </p:grpSpPr>
        <p:sp>
          <p:nvSpPr>
            <p:cNvPr id="37" name="矩形: 圆角 36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40" name="矩形: 圆角 39"/>
          <p:cNvSpPr/>
          <p:nvPr/>
        </p:nvSpPr>
        <p:spPr>
          <a:xfrm>
            <a:off x="6330820" y="2855167"/>
            <a:ext cx="2491273" cy="1970833"/>
          </a:xfrm>
          <a:prstGeom prst="roundRect">
            <a:avLst>
              <a:gd name="adj" fmla="val 446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6512766" y="3610895"/>
            <a:ext cx="212738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6735684" y="3017517"/>
            <a:ext cx="1681545" cy="447869"/>
            <a:chOff x="1147824" y="1306286"/>
            <a:chExt cx="1681545" cy="447869"/>
          </a:xfrm>
        </p:grpSpPr>
        <p:sp>
          <p:nvSpPr>
            <p:cNvPr id="43" name="矩形: 圆角 42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pic>
        <p:nvPicPr>
          <p:cNvPr id="9" name="图片占位符 8"/>
          <p:cNvPicPr>
            <a:picLocks noGrp="1" noChangeAspect="1"/>
          </p:cNvPicPr>
          <p:nvPr>
            <p:ph type="pic" sz="quarter" idx="20"/>
          </p:nvPr>
        </p:nvPicPr>
        <p:blipFill>
          <a:blip r:embed="rId1" cstate="print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/>
          <p:cNvSpPr/>
          <p:nvPr/>
        </p:nvSpPr>
        <p:spPr>
          <a:xfrm>
            <a:off x="228600" y="970545"/>
            <a:ext cx="4343400" cy="1707341"/>
          </a:xfrm>
          <a:prstGeom prst="roundRect">
            <a:avLst>
              <a:gd name="adj" fmla="val 4496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企业文化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CORPORATE CULTURE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2535" y="1698311"/>
            <a:ext cx="3811555" cy="79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52535" y="126152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企业文化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228600" y="2883299"/>
            <a:ext cx="8621485" cy="551946"/>
            <a:chOff x="228600" y="2920621"/>
            <a:chExt cx="8621485" cy="551946"/>
          </a:xfrm>
        </p:grpSpPr>
        <p:sp>
          <p:nvSpPr>
            <p:cNvPr id="26" name="矩形: 圆角 25"/>
            <p:cNvSpPr/>
            <p:nvPr/>
          </p:nvSpPr>
          <p:spPr>
            <a:xfrm>
              <a:off x="228600" y="2982071"/>
              <a:ext cx="1506894" cy="42904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+mj-ea"/>
                  <a:ea typeface="+mj-ea"/>
                </a:rPr>
                <a:t>企业文化</a:t>
              </a:r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870787" y="2920621"/>
              <a:ext cx="6979298" cy="551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单击此处输入你的正文，文字是您思想的提炼，为了最终演示发布的良好效果，请尽量言简意赅的阐述观点；根据需要可酌情增减文字，以便观者可以准确理解您所传达的信息。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28600" y="3604077"/>
            <a:ext cx="8621485" cy="551946"/>
            <a:chOff x="228600" y="2920621"/>
            <a:chExt cx="8621485" cy="551946"/>
          </a:xfrm>
        </p:grpSpPr>
        <p:sp>
          <p:nvSpPr>
            <p:cNvPr id="35" name="矩形: 圆角 34"/>
            <p:cNvSpPr/>
            <p:nvPr/>
          </p:nvSpPr>
          <p:spPr>
            <a:xfrm>
              <a:off x="228600" y="2982071"/>
              <a:ext cx="1506894" cy="42904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+mj-ea"/>
                  <a:ea typeface="+mj-ea"/>
                </a:rPr>
                <a:t>企业文化</a:t>
              </a:r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870787" y="2920621"/>
              <a:ext cx="6979298" cy="551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单击此处输入你的正文，文字是您思想的提炼，为了最终演示发布的良好效果，请尽量言简意赅的阐述观点；根据需要可酌情增减文字，以便观者可以准确理解您所传达的信息。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28600" y="4324854"/>
            <a:ext cx="8621485" cy="551946"/>
            <a:chOff x="228600" y="2920621"/>
            <a:chExt cx="8621485" cy="551946"/>
          </a:xfrm>
        </p:grpSpPr>
        <p:sp>
          <p:nvSpPr>
            <p:cNvPr id="38" name="矩形: 圆角 37"/>
            <p:cNvSpPr/>
            <p:nvPr/>
          </p:nvSpPr>
          <p:spPr>
            <a:xfrm>
              <a:off x="228600" y="2982071"/>
              <a:ext cx="1506894" cy="42904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+mj-ea"/>
                  <a:ea typeface="+mj-ea"/>
                </a:rPr>
                <a:t>企业文化</a:t>
              </a:r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870787" y="2920621"/>
              <a:ext cx="6979298" cy="551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单击此处输入你的正文，文字是您思想的提炼，为了最终演示发布的良好效果，请尽量言简意赅的阐述观点；根据需要可酌情增减文字，以便观者可以准确理解您所传达的信息。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758612" y="970547"/>
            <a:ext cx="4156788" cy="1744662"/>
          </a:xfrm>
          <a:custGeom>
            <a:avLst/>
            <a:gdLst>
              <a:gd name="connsiteX0" fmla="*/ 140376 w 4156788"/>
              <a:gd name="connsiteY0" fmla="*/ 0 h 1744662"/>
              <a:gd name="connsiteX1" fmla="*/ 4016412 w 4156788"/>
              <a:gd name="connsiteY1" fmla="*/ 0 h 1744662"/>
              <a:gd name="connsiteX2" fmla="*/ 4156788 w 4156788"/>
              <a:gd name="connsiteY2" fmla="*/ 140376 h 1744662"/>
              <a:gd name="connsiteX3" fmla="*/ 4156788 w 4156788"/>
              <a:gd name="connsiteY3" fmla="*/ 1604286 h 1744662"/>
              <a:gd name="connsiteX4" fmla="*/ 4016412 w 4156788"/>
              <a:gd name="connsiteY4" fmla="*/ 1744662 h 1744662"/>
              <a:gd name="connsiteX5" fmla="*/ 140376 w 4156788"/>
              <a:gd name="connsiteY5" fmla="*/ 1744662 h 1744662"/>
              <a:gd name="connsiteX6" fmla="*/ 0 w 4156788"/>
              <a:gd name="connsiteY6" fmla="*/ 1604286 h 1744662"/>
              <a:gd name="connsiteX7" fmla="*/ 0 w 4156788"/>
              <a:gd name="connsiteY7" fmla="*/ 140376 h 1744662"/>
              <a:gd name="connsiteX8" fmla="*/ 140376 w 4156788"/>
              <a:gd name="connsiteY8" fmla="*/ 0 h 1744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56788" h="1744662">
                <a:moveTo>
                  <a:pt x="140376" y="0"/>
                </a:moveTo>
                <a:lnTo>
                  <a:pt x="4016412" y="0"/>
                </a:lnTo>
                <a:cubicBezTo>
                  <a:pt x="4093940" y="0"/>
                  <a:pt x="4156788" y="62848"/>
                  <a:pt x="4156788" y="140376"/>
                </a:cubicBezTo>
                <a:lnTo>
                  <a:pt x="4156788" y="1604286"/>
                </a:lnTo>
                <a:cubicBezTo>
                  <a:pt x="4156788" y="1681814"/>
                  <a:pt x="4093940" y="1744662"/>
                  <a:pt x="4016412" y="1744662"/>
                </a:cubicBezTo>
                <a:lnTo>
                  <a:pt x="140376" y="1744662"/>
                </a:lnTo>
                <a:cubicBezTo>
                  <a:pt x="62848" y="1744662"/>
                  <a:pt x="0" y="1681814"/>
                  <a:pt x="0" y="1604286"/>
                </a:cubicBezTo>
                <a:lnTo>
                  <a:pt x="0" y="140376"/>
                </a:lnTo>
                <a:cubicBezTo>
                  <a:pt x="0" y="62848"/>
                  <a:pt x="62848" y="0"/>
                  <a:pt x="140376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-1" y="0"/>
            <a:ext cx="4267197" cy="51435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6492" y="198735"/>
            <a:ext cx="71269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1200" spc="0">
                <a:solidFill>
                  <a:schemeClr val="bg1"/>
                </a:solidFill>
                <a:effectLst/>
                <a:sym typeface="思源黑体 CN Normal" panose="020B0400000000000000" charset="-122"/>
              </a:rPr>
              <a:t>YOUR</a:t>
            </a:r>
            <a:endParaRPr lang="en-US" altLang="zh-CN" sz="1200" spc="0">
              <a:solidFill>
                <a:schemeClr val="bg1"/>
              </a:solidFill>
              <a:effectLst/>
              <a:sym typeface="思源黑体 CN Normal" panose="020B0400000000000000" charset="-122"/>
            </a:endParaRPr>
          </a:p>
          <a:p>
            <a:pPr algn="ctr"/>
            <a:r>
              <a:rPr lang="en-US" altLang="zh-CN" sz="1200" spc="0">
                <a:solidFill>
                  <a:schemeClr val="bg1"/>
                </a:solidFill>
                <a:effectLst/>
                <a:sym typeface="思源黑体 CN Normal" panose="020B0400000000000000" charset="-122"/>
              </a:rPr>
              <a:t>LOGO</a:t>
            </a:r>
            <a:endParaRPr lang="en-US" altLang="zh-CN" sz="1200" spc="0">
              <a:solidFill>
                <a:schemeClr val="bg1"/>
              </a:solidFill>
              <a:effectLst/>
              <a:sym typeface="思源黑体 CN Normal" panose="020B0400000000000000" charset="-122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7325360" y="0"/>
            <a:ext cx="1818639" cy="1690722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752760" y="2079820"/>
            <a:ext cx="407805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4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思源黑体 CN Normal" panose="020B0400000000000000" charset="-122"/>
              </a:rPr>
              <a:t>关于团队合作</a:t>
            </a:r>
            <a:endParaRPr lang="zh-CN" altLang="en-US" sz="4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752759" y="1450466"/>
            <a:ext cx="472876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600" i="1">
                <a:ln w="3175">
                  <a:gradFill>
                    <a:gsLst>
                      <a:gs pos="0">
                        <a:srgbClr val="EC5630"/>
                      </a:gs>
                      <a:gs pos="100000">
                        <a:srgbClr val="EC563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53811"/>
                    </a:gs>
                    <a:gs pos="100000">
                      <a:srgbClr val="EC5630"/>
                    </a:gs>
                  </a:gsLst>
                  <a:lin ang="5400000" scaled="1"/>
                </a:gradFill>
                <a:latin typeface="+mj-ea"/>
                <a:ea typeface="+mj-ea"/>
                <a:sym typeface="思源黑体 CN Normal" panose="020B0400000000000000" charset="-122"/>
              </a:rPr>
              <a:t>PART THREE</a:t>
            </a:r>
            <a:endParaRPr lang="zh-CN" altLang="en-US" sz="3600" i="1">
              <a:ln w="3175">
                <a:gradFill>
                  <a:gsLst>
                    <a:gs pos="0">
                      <a:srgbClr val="EC5630"/>
                    </a:gs>
                    <a:gs pos="100000">
                      <a:srgbClr val="EC563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53811"/>
                  </a:gs>
                  <a:gs pos="100000">
                    <a:srgbClr val="EC5630"/>
                  </a:gs>
                </a:gsLst>
                <a:lin ang="5400000" scaled="1"/>
              </a:gra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05012" y="3047189"/>
            <a:ext cx="4785859" cy="551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919583" y="2949304"/>
            <a:ext cx="4486366" cy="0"/>
          </a:xfrm>
          <a:prstGeom prst="line">
            <a:avLst/>
          </a:prstGeom>
          <a:ln>
            <a:solidFill>
              <a:srgbClr val="7168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>
          <a:xfrm rot="10800000">
            <a:off x="0" y="3558988"/>
            <a:ext cx="1704393" cy="1584512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87123" y="4826000"/>
            <a:ext cx="226247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金山办公软件有限公司</a:t>
            </a:r>
            <a:endParaRPr lang="en-US" altLang="zh-CN" sz="140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7541" y="4107359"/>
            <a:ext cx="852011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r"/>
            <a:r>
              <a:rPr lang="en-US" altLang="zh-CN" sz="4000" spc="0">
                <a:ln w="3175">
                  <a:noFill/>
                </a:ln>
                <a:solidFill>
                  <a:srgbClr val="EC5630">
                    <a:alpha val="20000"/>
                  </a:srgbClr>
                </a:solidFill>
                <a:effectLst/>
                <a:latin typeface="+mj-lt"/>
                <a:sym typeface="思源黑体 CN Normal" panose="020B0400000000000000" charset="-122"/>
              </a:rPr>
              <a:t>ENTERPRISE TRAINING</a:t>
            </a:r>
            <a:endParaRPr lang="en-US" altLang="zh-CN" sz="4000" spc="0">
              <a:ln w="3175">
                <a:noFill/>
              </a:ln>
              <a:solidFill>
                <a:srgbClr val="EC5630">
                  <a:alpha val="20000"/>
                </a:srgbClr>
              </a:solidFill>
              <a:effectLst/>
              <a:latin typeface="+mj-lt"/>
              <a:sym typeface="思源黑体 CN Normal" panose="020B04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0" y="1023938"/>
            <a:ext cx="9144000" cy="196130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023938"/>
            <a:ext cx="9144000" cy="1962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团队合作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TEAM WORK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2002" y="1962078"/>
            <a:ext cx="8683398" cy="55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solidFill>
                <a:schemeClr val="bg1"/>
              </a:solidFill>
              <a:cs typeface="思源黑体 CN Normal" panose="020B0400000000000000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08516" y="1429904"/>
            <a:ext cx="332696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28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企业团队合作</a:t>
            </a:r>
            <a:endParaRPr lang="zh-CN" altLang="en-US" sz="28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0526" y="3855686"/>
            <a:ext cx="212738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12775" y="3299630"/>
            <a:ext cx="1681545" cy="447869"/>
            <a:chOff x="1147824" y="1306286"/>
            <a:chExt cx="1681545" cy="447869"/>
          </a:xfrm>
        </p:grpSpPr>
        <p:sp>
          <p:nvSpPr>
            <p:cNvPr id="12" name="矩形: 圆角 11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508309" y="3855686"/>
            <a:ext cx="212738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731227" y="3299630"/>
            <a:ext cx="1681545" cy="447869"/>
            <a:chOff x="1147824" y="1306286"/>
            <a:chExt cx="1681545" cy="447869"/>
          </a:xfrm>
        </p:grpSpPr>
        <p:sp>
          <p:nvSpPr>
            <p:cNvPr id="16" name="矩形: 圆角 15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6484774" y="3855686"/>
            <a:ext cx="212738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717023" y="3299630"/>
            <a:ext cx="1681545" cy="447869"/>
            <a:chOff x="1147824" y="1306286"/>
            <a:chExt cx="1681545" cy="447869"/>
          </a:xfrm>
        </p:grpSpPr>
        <p:sp>
          <p:nvSpPr>
            <p:cNvPr id="20" name="矩形: 圆角 19"/>
            <p:cNvSpPr/>
            <p:nvPr/>
          </p:nvSpPr>
          <p:spPr>
            <a:xfrm>
              <a:off x="1153506" y="1306286"/>
              <a:ext cx="1670180" cy="44786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147824" y="1342774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solidFill>
                    <a:schemeClr val="bg1"/>
                  </a:soli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团队合作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TEAM WORK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521494" y="958650"/>
            <a:ext cx="2701766" cy="946145"/>
          </a:xfrm>
          <a:prstGeom prst="roundRect">
            <a:avLst>
              <a:gd name="adj" fmla="val 13728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521494" y="1999552"/>
            <a:ext cx="2701766" cy="2794102"/>
          </a:xfrm>
          <a:prstGeom prst="roundRect">
            <a:avLst>
              <a:gd name="adj" fmla="val 5160"/>
            </a:avLst>
          </a:prstGeom>
          <a:gradFill flip="none" rotWithShape="1">
            <a:gsLst>
              <a:gs pos="50000">
                <a:srgbClr val="EC5630"/>
              </a:gs>
              <a:gs pos="100000">
                <a:srgbClr val="C5381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>
            <a:off x="3319042" y="3821315"/>
            <a:ext cx="5301947" cy="972339"/>
          </a:xfrm>
          <a:prstGeom prst="roundRect">
            <a:avLst>
              <a:gd name="adj" fmla="val 14316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29832" y="2443407"/>
            <a:ext cx="186081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团队合作</a:t>
            </a:r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9832" y="2978472"/>
            <a:ext cx="2186162" cy="1521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solidFill>
                <a:schemeClr val="bg1"/>
              </a:solidFill>
              <a:cs typeface="思源黑体 CN Normal" panose="020B0400000000000000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460118" y="3941281"/>
            <a:ext cx="186081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团队合作</a:t>
            </a:r>
            <a:endParaRPr lang="zh-CN" altLang="en-US" sz="2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39577" y="4293466"/>
            <a:ext cx="5475823" cy="340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>
                <a:cs typeface="思源黑体 CN Normal" panose="020B0400000000000000" charset="-122"/>
              </a:rPr>
              <a:t>单击此处输入你的正文，文字是您思想的提炼，为了最终演示发布的良好效果</a:t>
            </a:r>
            <a:endParaRPr lang="zh-CN" altLang="en-US" sz="1200">
              <a:cs typeface="思源黑体 CN Normal" panose="020B0400000000000000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9832" y="1094885"/>
            <a:ext cx="186081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团队合作</a:t>
            </a:r>
            <a:endParaRPr lang="zh-CN" altLang="en-US" sz="2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9832" y="1455738"/>
            <a:ext cx="2432476" cy="340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>
                <a:cs typeface="思源黑体 CN Normal" panose="020B0400000000000000" charset="-122"/>
              </a:rPr>
              <a:t>单击此处输入你的正文</a:t>
            </a:r>
            <a:endParaRPr lang="zh-CN" altLang="en-US" sz="1200">
              <a:cs typeface="思源黑体 CN Normal" panose="020B0400000000000000" charset="-122"/>
            </a:endParaRPr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22"/>
          </p:nvPr>
        </p:nvPicPr>
        <p:blipFill>
          <a:blip r:embed="rId1" cstate="print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/>
          <a:srcRect r="-1"/>
          <a:stretch>
            <a:fillRect/>
          </a:stretch>
        </p:blipFill>
        <p:spPr>
          <a:xfrm>
            <a:off x="6353735" y="0"/>
            <a:ext cx="2790264" cy="51435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团队合作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TEAM WORK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228600" y="2482979"/>
            <a:ext cx="2276669" cy="2393821"/>
          </a:xfrm>
          <a:prstGeom prst="roundRect">
            <a:avLst>
              <a:gd name="adj" fmla="val 446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1221441" y="2369275"/>
            <a:ext cx="290987" cy="290987"/>
            <a:chOff x="1380931" y="2313992"/>
            <a:chExt cx="438538" cy="438538"/>
          </a:xfrm>
        </p:grpSpPr>
        <p:sp>
          <p:nvSpPr>
            <p:cNvPr id="3" name="椭圆 2"/>
            <p:cNvSpPr/>
            <p:nvPr/>
          </p:nvSpPr>
          <p:spPr>
            <a:xfrm>
              <a:off x="1380931" y="2313992"/>
              <a:ext cx="438538" cy="43853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70994" y="2404055"/>
              <a:ext cx="258412" cy="258412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391833" y="3267247"/>
            <a:ext cx="1950203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26162" y="2905132"/>
            <a:ext cx="168154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1198983" y="4566816"/>
            <a:ext cx="335903" cy="0"/>
          </a:xfrm>
          <a:prstGeom prst="line">
            <a:avLst/>
          </a:prstGeom>
          <a:ln w="38100">
            <a:solidFill>
              <a:srgbClr val="EC5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/>
          <p:cNvSpPr/>
          <p:nvPr/>
        </p:nvSpPr>
        <p:spPr>
          <a:xfrm>
            <a:off x="2715208" y="2482979"/>
            <a:ext cx="2276669" cy="2393821"/>
          </a:xfrm>
          <a:prstGeom prst="roundRect">
            <a:avLst>
              <a:gd name="adj" fmla="val 446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3708049" y="2369275"/>
            <a:ext cx="290987" cy="290987"/>
            <a:chOff x="1380931" y="2313992"/>
            <a:chExt cx="438538" cy="438538"/>
          </a:xfrm>
        </p:grpSpPr>
        <p:sp>
          <p:nvSpPr>
            <p:cNvPr id="39" name="椭圆 38"/>
            <p:cNvSpPr/>
            <p:nvPr/>
          </p:nvSpPr>
          <p:spPr>
            <a:xfrm>
              <a:off x="1380931" y="2313992"/>
              <a:ext cx="438538" cy="43853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70994" y="2404055"/>
              <a:ext cx="258412" cy="258412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878441" y="3267247"/>
            <a:ext cx="1950203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12770" y="2905132"/>
            <a:ext cx="168154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685591" y="4566816"/>
            <a:ext cx="335903" cy="0"/>
          </a:xfrm>
          <a:prstGeom prst="line">
            <a:avLst/>
          </a:prstGeom>
          <a:ln w="38100">
            <a:solidFill>
              <a:srgbClr val="EC5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/>
          <p:cNvSpPr/>
          <p:nvPr/>
        </p:nvSpPr>
        <p:spPr>
          <a:xfrm>
            <a:off x="5201816" y="2482979"/>
            <a:ext cx="2276669" cy="2393821"/>
          </a:xfrm>
          <a:prstGeom prst="roundRect">
            <a:avLst>
              <a:gd name="adj" fmla="val 4462"/>
            </a:avLst>
          </a:prstGeom>
          <a:solidFill>
            <a:schemeClr val="bg1"/>
          </a:solidFill>
          <a:ln w="3175">
            <a:solidFill>
              <a:srgbClr val="EC5630"/>
            </a:solidFill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6194657" y="2369275"/>
            <a:ext cx="290987" cy="290987"/>
            <a:chOff x="1380931" y="2313992"/>
            <a:chExt cx="438538" cy="438538"/>
          </a:xfrm>
        </p:grpSpPr>
        <p:sp>
          <p:nvSpPr>
            <p:cNvPr id="47" name="椭圆 46"/>
            <p:cNvSpPr/>
            <p:nvPr/>
          </p:nvSpPr>
          <p:spPr>
            <a:xfrm>
              <a:off x="1380931" y="2313992"/>
              <a:ext cx="438538" cy="43853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70994" y="2404055"/>
              <a:ext cx="258412" cy="258412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5365049" y="3267247"/>
            <a:ext cx="1950203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499378" y="2905132"/>
            <a:ext cx="168154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添加标题内容</a:t>
            </a:r>
            <a:endParaRPr lang="zh-CN" altLang="en-US" sz="16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6172199" y="4566816"/>
            <a:ext cx="335903" cy="0"/>
          </a:xfrm>
          <a:prstGeom prst="line">
            <a:avLst/>
          </a:prstGeom>
          <a:ln w="38100">
            <a:solidFill>
              <a:srgbClr val="EC5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228600" y="1455738"/>
            <a:ext cx="5864290" cy="55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50">
                <a:cs typeface="思源黑体 CN Normal" panose="020B04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050">
              <a:cs typeface="思源黑体 CN Normal" panose="020B0400000000000000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228600" y="1018956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团队合作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-1" y="0"/>
            <a:ext cx="4267197" cy="51435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6492" y="198735"/>
            <a:ext cx="71269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1200" spc="0">
                <a:solidFill>
                  <a:schemeClr val="bg1"/>
                </a:solidFill>
                <a:effectLst/>
                <a:sym typeface="思源黑体 CN Normal" panose="020B0400000000000000" charset="-122"/>
              </a:rPr>
              <a:t>YOUR</a:t>
            </a:r>
            <a:endParaRPr lang="en-US" altLang="zh-CN" sz="1200" spc="0">
              <a:solidFill>
                <a:schemeClr val="bg1"/>
              </a:solidFill>
              <a:effectLst/>
              <a:sym typeface="思源黑体 CN Normal" panose="020B0400000000000000" charset="-122"/>
            </a:endParaRPr>
          </a:p>
          <a:p>
            <a:pPr algn="ctr"/>
            <a:r>
              <a:rPr lang="en-US" altLang="zh-CN" sz="1200" spc="0">
                <a:solidFill>
                  <a:schemeClr val="bg1"/>
                </a:solidFill>
                <a:effectLst/>
                <a:sym typeface="思源黑体 CN Normal" panose="020B0400000000000000" charset="-122"/>
              </a:rPr>
              <a:t>LOGO</a:t>
            </a:r>
            <a:endParaRPr lang="en-US" altLang="zh-CN" sz="1200" spc="0">
              <a:solidFill>
                <a:schemeClr val="bg1"/>
              </a:solidFill>
              <a:effectLst/>
              <a:sym typeface="思源黑体 CN Normal" panose="020B0400000000000000" charset="-122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7325360" y="0"/>
            <a:ext cx="1818639" cy="1690722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752760" y="2079820"/>
            <a:ext cx="407805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40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思源黑体 CN Normal" panose="020B0400000000000000" charset="-122"/>
              </a:rPr>
              <a:t>规划与未来</a:t>
            </a:r>
            <a:endParaRPr lang="zh-CN" altLang="en-US" sz="40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752759" y="1450466"/>
            <a:ext cx="472876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600" i="1">
                <a:ln w="3175">
                  <a:gradFill>
                    <a:gsLst>
                      <a:gs pos="0">
                        <a:srgbClr val="EC5630"/>
                      </a:gs>
                      <a:gs pos="100000">
                        <a:srgbClr val="EC563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53811"/>
                    </a:gs>
                    <a:gs pos="100000">
                      <a:srgbClr val="EC5630"/>
                    </a:gs>
                  </a:gsLst>
                  <a:lin ang="5400000" scaled="1"/>
                </a:gradFill>
                <a:latin typeface="+mj-ea"/>
                <a:ea typeface="+mj-ea"/>
                <a:sym typeface="思源黑体 CN Normal" panose="020B0400000000000000" charset="-122"/>
              </a:rPr>
              <a:t>PART FOUR</a:t>
            </a:r>
            <a:endParaRPr lang="zh-CN" altLang="en-US" sz="3600" i="1">
              <a:ln w="3175">
                <a:gradFill>
                  <a:gsLst>
                    <a:gs pos="0">
                      <a:srgbClr val="EC5630"/>
                    </a:gs>
                    <a:gs pos="100000">
                      <a:srgbClr val="EC563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53811"/>
                  </a:gs>
                  <a:gs pos="100000">
                    <a:srgbClr val="EC5630"/>
                  </a:gs>
                </a:gsLst>
                <a:lin ang="5400000" scaled="1"/>
              </a:gra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05012" y="3047189"/>
            <a:ext cx="4785859" cy="551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05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919583" y="2949304"/>
            <a:ext cx="4486366" cy="0"/>
          </a:xfrm>
          <a:prstGeom prst="line">
            <a:avLst/>
          </a:prstGeom>
          <a:ln>
            <a:solidFill>
              <a:srgbClr val="7168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>
          <a:xfrm rot="10800000">
            <a:off x="0" y="3558988"/>
            <a:ext cx="1704393" cy="1584512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87123" y="4826000"/>
            <a:ext cx="226247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金山办公软件有限公司</a:t>
            </a:r>
            <a:endParaRPr lang="en-US" altLang="zh-CN" sz="140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7541" y="4107359"/>
            <a:ext cx="852011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r"/>
            <a:r>
              <a:rPr lang="en-US" altLang="zh-CN" sz="4000" spc="0">
                <a:ln w="3175">
                  <a:noFill/>
                </a:ln>
                <a:solidFill>
                  <a:srgbClr val="EC5630">
                    <a:alpha val="20000"/>
                  </a:srgbClr>
                </a:solidFill>
                <a:effectLst/>
                <a:latin typeface="+mj-lt"/>
                <a:sym typeface="思源黑体 CN Normal" panose="020B0400000000000000" charset="-122"/>
              </a:rPr>
              <a:t>ENTERPRISE TRAINING</a:t>
            </a:r>
            <a:endParaRPr lang="en-US" altLang="zh-CN" sz="4000" spc="0">
              <a:ln w="3175">
                <a:noFill/>
              </a:ln>
              <a:solidFill>
                <a:srgbClr val="EC5630">
                  <a:alpha val="20000"/>
                </a:srgbClr>
              </a:solidFill>
              <a:effectLst/>
              <a:latin typeface="+mj-lt"/>
              <a:sym typeface="思源黑体 CN Normal" panose="020B04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规划与未来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PLANNING AND THE FUTURE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28600" y="3004575"/>
            <a:ext cx="2304858" cy="1472780"/>
            <a:chOff x="228600" y="2733869"/>
            <a:chExt cx="2686137" cy="1716413"/>
          </a:xfrm>
        </p:grpSpPr>
        <p:sp>
          <p:nvSpPr>
            <p:cNvPr id="9" name="任意多边形: 形状 8"/>
            <p:cNvSpPr/>
            <p:nvPr/>
          </p:nvSpPr>
          <p:spPr>
            <a:xfrm>
              <a:off x="228600" y="2733869"/>
              <a:ext cx="2686137" cy="1716413"/>
            </a:xfrm>
            <a:custGeom>
              <a:avLst/>
              <a:gdLst>
                <a:gd name="connsiteX0" fmla="*/ 1292291 w 2584580"/>
                <a:gd name="connsiteY0" fmla="*/ 0 h 1651519"/>
                <a:gd name="connsiteX1" fmla="*/ 1425587 w 2584580"/>
                <a:gd name="connsiteY1" fmla="*/ 186614 h 1651519"/>
                <a:gd name="connsiteX2" fmla="*/ 2466172 w 2584580"/>
                <a:gd name="connsiteY2" fmla="*/ 186614 h 1651519"/>
                <a:gd name="connsiteX3" fmla="*/ 2584580 w 2584580"/>
                <a:gd name="connsiteY3" fmla="*/ 305022 h 1651519"/>
                <a:gd name="connsiteX4" fmla="*/ 2584580 w 2584580"/>
                <a:gd name="connsiteY4" fmla="*/ 1533111 h 1651519"/>
                <a:gd name="connsiteX5" fmla="*/ 2466172 w 2584580"/>
                <a:gd name="connsiteY5" fmla="*/ 1651519 h 1651519"/>
                <a:gd name="connsiteX6" fmla="*/ 118408 w 2584580"/>
                <a:gd name="connsiteY6" fmla="*/ 1651519 h 1651519"/>
                <a:gd name="connsiteX7" fmla="*/ 0 w 2584580"/>
                <a:gd name="connsiteY7" fmla="*/ 1533111 h 1651519"/>
                <a:gd name="connsiteX8" fmla="*/ 0 w 2584580"/>
                <a:gd name="connsiteY8" fmla="*/ 305022 h 1651519"/>
                <a:gd name="connsiteX9" fmla="*/ 118408 w 2584580"/>
                <a:gd name="connsiteY9" fmla="*/ 186614 h 1651519"/>
                <a:gd name="connsiteX10" fmla="*/ 1158995 w 2584580"/>
                <a:gd name="connsiteY10" fmla="*/ 186614 h 1651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4580" h="1651519">
                  <a:moveTo>
                    <a:pt x="1292291" y="0"/>
                  </a:moveTo>
                  <a:lnTo>
                    <a:pt x="1425587" y="186614"/>
                  </a:lnTo>
                  <a:lnTo>
                    <a:pt x="2466172" y="186614"/>
                  </a:lnTo>
                  <a:cubicBezTo>
                    <a:pt x="2531567" y="186614"/>
                    <a:pt x="2584580" y="239627"/>
                    <a:pt x="2584580" y="305022"/>
                  </a:cubicBezTo>
                  <a:lnTo>
                    <a:pt x="2584580" y="1533111"/>
                  </a:lnTo>
                  <a:cubicBezTo>
                    <a:pt x="2584580" y="1598506"/>
                    <a:pt x="2531567" y="1651519"/>
                    <a:pt x="2466172" y="1651519"/>
                  </a:cubicBezTo>
                  <a:lnTo>
                    <a:pt x="118408" y="1651519"/>
                  </a:lnTo>
                  <a:cubicBezTo>
                    <a:pt x="53013" y="1651519"/>
                    <a:pt x="0" y="1598506"/>
                    <a:pt x="0" y="1533111"/>
                  </a:cubicBezTo>
                  <a:lnTo>
                    <a:pt x="0" y="305022"/>
                  </a:lnTo>
                  <a:cubicBezTo>
                    <a:pt x="0" y="239627"/>
                    <a:pt x="53013" y="186614"/>
                    <a:pt x="118408" y="186614"/>
                  </a:cubicBezTo>
                  <a:lnTo>
                    <a:pt x="1158995" y="186614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EC5630"/>
              </a:solidFill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51968" y="3396741"/>
              <a:ext cx="2239400" cy="925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730896" y="3035760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12" name="任意多边形: 形状 11"/>
          <p:cNvSpPr/>
          <p:nvPr/>
        </p:nvSpPr>
        <p:spPr>
          <a:xfrm>
            <a:off x="0" y="2536804"/>
            <a:ext cx="9143999" cy="588032"/>
          </a:xfrm>
          <a:custGeom>
            <a:avLst/>
            <a:gdLst>
              <a:gd name="connsiteX0" fmla="*/ 0 w 4907902"/>
              <a:gd name="connsiteY0" fmla="*/ 374412 h 449057"/>
              <a:gd name="connsiteX1" fmla="*/ 1147665 w 4907902"/>
              <a:gd name="connsiteY1" fmla="*/ 19849 h 449057"/>
              <a:gd name="connsiteX2" fmla="*/ 2360644 w 4907902"/>
              <a:gd name="connsiteY2" fmla="*/ 309098 h 449057"/>
              <a:gd name="connsiteX3" fmla="*/ 3368351 w 4907902"/>
              <a:gd name="connsiteY3" fmla="*/ 1187 h 449057"/>
              <a:gd name="connsiteX4" fmla="*/ 4245428 w 4907902"/>
              <a:gd name="connsiteY4" fmla="*/ 449057 h 449057"/>
              <a:gd name="connsiteX5" fmla="*/ 4907902 w 4907902"/>
              <a:gd name="connsiteY5" fmla="*/ 1187 h 449057"/>
              <a:gd name="connsiteX0-1" fmla="*/ 0 w 4907902"/>
              <a:gd name="connsiteY0-2" fmla="*/ 401471 h 476116"/>
              <a:gd name="connsiteX1-3" fmla="*/ 1132970 w 4907902"/>
              <a:gd name="connsiteY1-4" fmla="*/ 254 h 476116"/>
              <a:gd name="connsiteX2-5" fmla="*/ 2360644 w 4907902"/>
              <a:gd name="connsiteY2-6" fmla="*/ 336157 h 476116"/>
              <a:gd name="connsiteX3-7" fmla="*/ 3368351 w 4907902"/>
              <a:gd name="connsiteY3-8" fmla="*/ 28246 h 476116"/>
              <a:gd name="connsiteX4-9" fmla="*/ 4245428 w 4907902"/>
              <a:gd name="connsiteY4-10" fmla="*/ 476116 h 476116"/>
              <a:gd name="connsiteX5-11" fmla="*/ 4907902 w 4907902"/>
              <a:gd name="connsiteY5-12" fmla="*/ 28246 h 476116"/>
              <a:gd name="connsiteX0-13" fmla="*/ 0 w 4907902"/>
              <a:gd name="connsiteY0-14" fmla="*/ 402061 h 476706"/>
              <a:gd name="connsiteX1-15" fmla="*/ 1132970 w 4907902"/>
              <a:gd name="connsiteY1-16" fmla="*/ 844 h 476706"/>
              <a:gd name="connsiteX2-17" fmla="*/ 2360644 w 4907902"/>
              <a:gd name="connsiteY2-18" fmla="*/ 336747 h 476706"/>
              <a:gd name="connsiteX3-19" fmla="*/ 3368351 w 4907902"/>
              <a:gd name="connsiteY3-20" fmla="*/ 28836 h 476706"/>
              <a:gd name="connsiteX4-21" fmla="*/ 4245428 w 4907902"/>
              <a:gd name="connsiteY4-22" fmla="*/ 476706 h 476706"/>
              <a:gd name="connsiteX5-23" fmla="*/ 4907902 w 4907902"/>
              <a:gd name="connsiteY5-24" fmla="*/ 28836 h 476706"/>
              <a:gd name="connsiteX0-25" fmla="*/ 0 w 4907902"/>
              <a:gd name="connsiteY0-26" fmla="*/ 401472 h 476117"/>
              <a:gd name="connsiteX1-27" fmla="*/ 1132970 w 4907902"/>
              <a:gd name="connsiteY1-28" fmla="*/ 255 h 476117"/>
              <a:gd name="connsiteX2-29" fmla="*/ 2360644 w 4907902"/>
              <a:gd name="connsiteY2-30" fmla="*/ 336158 h 476117"/>
              <a:gd name="connsiteX3-31" fmla="*/ 3368351 w 4907902"/>
              <a:gd name="connsiteY3-32" fmla="*/ 28247 h 476117"/>
              <a:gd name="connsiteX4-33" fmla="*/ 4245428 w 4907902"/>
              <a:gd name="connsiteY4-34" fmla="*/ 476117 h 476117"/>
              <a:gd name="connsiteX5-35" fmla="*/ 4907902 w 4907902"/>
              <a:gd name="connsiteY5-36" fmla="*/ 28247 h 476117"/>
              <a:gd name="connsiteX0-37" fmla="*/ 0 w 4907902"/>
              <a:gd name="connsiteY0-38" fmla="*/ 402056 h 476701"/>
              <a:gd name="connsiteX1-39" fmla="*/ 426136 w 4907902"/>
              <a:gd name="connsiteY1-40" fmla="*/ 458039 h 476701"/>
              <a:gd name="connsiteX2-41" fmla="*/ 1132970 w 4907902"/>
              <a:gd name="connsiteY2-42" fmla="*/ 839 h 476701"/>
              <a:gd name="connsiteX3-43" fmla="*/ 2360644 w 4907902"/>
              <a:gd name="connsiteY3-44" fmla="*/ 336742 h 476701"/>
              <a:gd name="connsiteX4-45" fmla="*/ 3368351 w 4907902"/>
              <a:gd name="connsiteY4-46" fmla="*/ 28831 h 476701"/>
              <a:gd name="connsiteX5-47" fmla="*/ 4245428 w 4907902"/>
              <a:gd name="connsiteY5-48" fmla="*/ 476701 h 476701"/>
              <a:gd name="connsiteX6" fmla="*/ 4907902 w 4907902"/>
              <a:gd name="connsiteY6" fmla="*/ 28831 h 476701"/>
              <a:gd name="connsiteX0-49" fmla="*/ 0 w 4907902"/>
              <a:gd name="connsiteY0-50" fmla="*/ 401222 h 475867"/>
              <a:gd name="connsiteX1-51" fmla="*/ 426136 w 4907902"/>
              <a:gd name="connsiteY1-52" fmla="*/ 457205 h 475867"/>
              <a:gd name="connsiteX2-53" fmla="*/ 1132970 w 4907902"/>
              <a:gd name="connsiteY2-54" fmla="*/ 5 h 475867"/>
              <a:gd name="connsiteX3-55" fmla="*/ 2355746 w 4907902"/>
              <a:gd name="connsiteY3-56" fmla="*/ 466537 h 475867"/>
              <a:gd name="connsiteX4-57" fmla="*/ 3368351 w 4907902"/>
              <a:gd name="connsiteY4-58" fmla="*/ 27997 h 475867"/>
              <a:gd name="connsiteX5-59" fmla="*/ 4245428 w 4907902"/>
              <a:gd name="connsiteY5-60" fmla="*/ 475867 h 475867"/>
              <a:gd name="connsiteX6-61" fmla="*/ 4907902 w 4907902"/>
              <a:gd name="connsiteY6-62" fmla="*/ 27997 h 475867"/>
              <a:gd name="connsiteX0-63" fmla="*/ 0 w 4907902"/>
              <a:gd name="connsiteY0-64" fmla="*/ 429213 h 503858"/>
              <a:gd name="connsiteX1-65" fmla="*/ 426136 w 4907902"/>
              <a:gd name="connsiteY1-66" fmla="*/ 485196 h 503858"/>
              <a:gd name="connsiteX2-67" fmla="*/ 1132970 w 4907902"/>
              <a:gd name="connsiteY2-68" fmla="*/ 4 h 503858"/>
              <a:gd name="connsiteX3-69" fmla="*/ 2355746 w 4907902"/>
              <a:gd name="connsiteY3-70" fmla="*/ 494528 h 503858"/>
              <a:gd name="connsiteX4-71" fmla="*/ 3368351 w 4907902"/>
              <a:gd name="connsiteY4-72" fmla="*/ 55988 h 503858"/>
              <a:gd name="connsiteX5-73" fmla="*/ 4245428 w 4907902"/>
              <a:gd name="connsiteY5-74" fmla="*/ 503858 h 503858"/>
              <a:gd name="connsiteX6-75" fmla="*/ 4907902 w 4907902"/>
              <a:gd name="connsiteY6-76" fmla="*/ 55988 h 503858"/>
              <a:gd name="connsiteX0-77" fmla="*/ 0 w 4907902"/>
              <a:gd name="connsiteY0-78" fmla="*/ 429412 h 504057"/>
              <a:gd name="connsiteX1-79" fmla="*/ 426136 w 4907902"/>
              <a:gd name="connsiteY1-80" fmla="*/ 485395 h 504057"/>
              <a:gd name="connsiteX2-81" fmla="*/ 1132970 w 4907902"/>
              <a:gd name="connsiteY2-82" fmla="*/ 203 h 504057"/>
              <a:gd name="connsiteX3-83" fmla="*/ 2355746 w 4907902"/>
              <a:gd name="connsiteY3-84" fmla="*/ 494727 h 504057"/>
              <a:gd name="connsiteX4-85" fmla="*/ 3368351 w 4907902"/>
              <a:gd name="connsiteY4-86" fmla="*/ 56187 h 504057"/>
              <a:gd name="connsiteX5-87" fmla="*/ 4245428 w 4907902"/>
              <a:gd name="connsiteY5-88" fmla="*/ 504057 h 504057"/>
              <a:gd name="connsiteX6-89" fmla="*/ 4907902 w 4907902"/>
              <a:gd name="connsiteY6-90" fmla="*/ 56187 h 504057"/>
              <a:gd name="connsiteX0-91" fmla="*/ 0 w 4907902"/>
              <a:gd name="connsiteY0-92" fmla="*/ 429412 h 588032"/>
              <a:gd name="connsiteX1-93" fmla="*/ 426136 w 4907902"/>
              <a:gd name="connsiteY1-94" fmla="*/ 485395 h 588032"/>
              <a:gd name="connsiteX2-95" fmla="*/ 1132970 w 4907902"/>
              <a:gd name="connsiteY2-96" fmla="*/ 203 h 588032"/>
              <a:gd name="connsiteX3-97" fmla="*/ 2355746 w 4907902"/>
              <a:gd name="connsiteY3-98" fmla="*/ 494727 h 588032"/>
              <a:gd name="connsiteX4-99" fmla="*/ 3368351 w 4907902"/>
              <a:gd name="connsiteY4-100" fmla="*/ 56187 h 588032"/>
              <a:gd name="connsiteX5-101" fmla="*/ 4255224 w 4907902"/>
              <a:gd name="connsiteY5-102" fmla="*/ 588032 h 588032"/>
              <a:gd name="connsiteX6-103" fmla="*/ 4907902 w 4907902"/>
              <a:gd name="connsiteY6-104" fmla="*/ 56187 h 5880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61" y="connsiteY6-62"/>
              </a:cxn>
            </a:cxnLst>
            <a:rect l="l" t="t" r="r" b="b"/>
            <a:pathLst>
              <a:path w="4907902" h="588032">
                <a:moveTo>
                  <a:pt x="0" y="429412"/>
                </a:moveTo>
                <a:cubicBezTo>
                  <a:pt x="54696" y="402975"/>
                  <a:pt x="237308" y="552264"/>
                  <a:pt x="426136" y="485395"/>
                </a:cubicBezTo>
                <a:cubicBezTo>
                  <a:pt x="614964" y="418526"/>
                  <a:pt x="781979" y="-10683"/>
                  <a:pt x="1132970" y="203"/>
                </a:cubicBezTo>
                <a:cubicBezTo>
                  <a:pt x="1483961" y="11089"/>
                  <a:pt x="1983183" y="485396"/>
                  <a:pt x="2355746" y="494727"/>
                </a:cubicBezTo>
                <a:cubicBezTo>
                  <a:pt x="2728309" y="504058"/>
                  <a:pt x="3051771" y="40636"/>
                  <a:pt x="3368351" y="56187"/>
                </a:cubicBezTo>
                <a:cubicBezTo>
                  <a:pt x="3684931" y="71738"/>
                  <a:pt x="3998632" y="588032"/>
                  <a:pt x="4255224" y="588032"/>
                </a:cubicBezTo>
                <a:cubicBezTo>
                  <a:pt x="4511816" y="588032"/>
                  <a:pt x="4704961" y="280122"/>
                  <a:pt x="4907902" y="56187"/>
                </a:cubicBezTo>
              </a:path>
            </a:pathLst>
          </a:custGeom>
          <a:noFill/>
          <a:ln w="19050">
            <a:solidFill>
              <a:srgbClr val="EC56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1212110" y="2629614"/>
            <a:ext cx="290987" cy="290987"/>
            <a:chOff x="1380931" y="2313992"/>
            <a:chExt cx="438538" cy="438538"/>
          </a:xfrm>
        </p:grpSpPr>
        <p:sp>
          <p:nvSpPr>
            <p:cNvPr id="16" name="椭圆 15"/>
            <p:cNvSpPr/>
            <p:nvPr/>
          </p:nvSpPr>
          <p:spPr>
            <a:xfrm>
              <a:off x="1380931" y="2313992"/>
              <a:ext cx="438538" cy="43853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70994" y="2404055"/>
              <a:ext cx="258412" cy="258412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423465" y="2769573"/>
            <a:ext cx="290987" cy="290987"/>
            <a:chOff x="1380931" y="2313992"/>
            <a:chExt cx="438538" cy="438538"/>
          </a:xfrm>
        </p:grpSpPr>
        <p:sp>
          <p:nvSpPr>
            <p:cNvPr id="20" name="椭圆 19"/>
            <p:cNvSpPr/>
            <p:nvPr/>
          </p:nvSpPr>
          <p:spPr>
            <a:xfrm>
              <a:off x="1380931" y="2313992"/>
              <a:ext cx="438538" cy="43853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70994" y="2404055"/>
              <a:ext cx="258412" cy="258412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 flipH="1" flipV="1">
            <a:off x="2374642" y="1077284"/>
            <a:ext cx="2304858" cy="1472780"/>
            <a:chOff x="228600" y="2733869"/>
            <a:chExt cx="2686137" cy="1716413"/>
          </a:xfrm>
        </p:grpSpPr>
        <p:sp>
          <p:nvSpPr>
            <p:cNvPr id="24" name="任意多边形: 形状 23"/>
            <p:cNvSpPr/>
            <p:nvPr/>
          </p:nvSpPr>
          <p:spPr>
            <a:xfrm>
              <a:off x="228600" y="2733869"/>
              <a:ext cx="2686137" cy="1716413"/>
            </a:xfrm>
            <a:custGeom>
              <a:avLst/>
              <a:gdLst>
                <a:gd name="connsiteX0" fmla="*/ 1292291 w 2584580"/>
                <a:gd name="connsiteY0" fmla="*/ 0 h 1651519"/>
                <a:gd name="connsiteX1" fmla="*/ 1425587 w 2584580"/>
                <a:gd name="connsiteY1" fmla="*/ 186614 h 1651519"/>
                <a:gd name="connsiteX2" fmla="*/ 2466172 w 2584580"/>
                <a:gd name="connsiteY2" fmla="*/ 186614 h 1651519"/>
                <a:gd name="connsiteX3" fmla="*/ 2584580 w 2584580"/>
                <a:gd name="connsiteY3" fmla="*/ 305022 h 1651519"/>
                <a:gd name="connsiteX4" fmla="*/ 2584580 w 2584580"/>
                <a:gd name="connsiteY4" fmla="*/ 1533111 h 1651519"/>
                <a:gd name="connsiteX5" fmla="*/ 2466172 w 2584580"/>
                <a:gd name="connsiteY5" fmla="*/ 1651519 h 1651519"/>
                <a:gd name="connsiteX6" fmla="*/ 118408 w 2584580"/>
                <a:gd name="connsiteY6" fmla="*/ 1651519 h 1651519"/>
                <a:gd name="connsiteX7" fmla="*/ 0 w 2584580"/>
                <a:gd name="connsiteY7" fmla="*/ 1533111 h 1651519"/>
                <a:gd name="connsiteX8" fmla="*/ 0 w 2584580"/>
                <a:gd name="connsiteY8" fmla="*/ 305022 h 1651519"/>
                <a:gd name="connsiteX9" fmla="*/ 118408 w 2584580"/>
                <a:gd name="connsiteY9" fmla="*/ 186614 h 1651519"/>
                <a:gd name="connsiteX10" fmla="*/ 1158995 w 2584580"/>
                <a:gd name="connsiteY10" fmla="*/ 186614 h 1651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4580" h="1651519">
                  <a:moveTo>
                    <a:pt x="1292291" y="0"/>
                  </a:moveTo>
                  <a:lnTo>
                    <a:pt x="1425587" y="186614"/>
                  </a:lnTo>
                  <a:lnTo>
                    <a:pt x="2466172" y="186614"/>
                  </a:lnTo>
                  <a:cubicBezTo>
                    <a:pt x="2531567" y="186614"/>
                    <a:pt x="2584580" y="239627"/>
                    <a:pt x="2584580" y="305022"/>
                  </a:cubicBezTo>
                  <a:lnTo>
                    <a:pt x="2584580" y="1533111"/>
                  </a:lnTo>
                  <a:cubicBezTo>
                    <a:pt x="2584580" y="1598506"/>
                    <a:pt x="2531567" y="1651519"/>
                    <a:pt x="2466172" y="1651519"/>
                  </a:cubicBezTo>
                  <a:lnTo>
                    <a:pt x="118408" y="1651519"/>
                  </a:lnTo>
                  <a:cubicBezTo>
                    <a:pt x="53013" y="1651519"/>
                    <a:pt x="0" y="1598506"/>
                    <a:pt x="0" y="1533111"/>
                  </a:cubicBezTo>
                  <a:lnTo>
                    <a:pt x="0" y="305022"/>
                  </a:lnTo>
                  <a:cubicBezTo>
                    <a:pt x="0" y="239627"/>
                    <a:pt x="53013" y="186614"/>
                    <a:pt x="118408" y="186614"/>
                  </a:cubicBezTo>
                  <a:lnTo>
                    <a:pt x="1158995" y="186614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EC5630"/>
              </a:solidFill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 rot="10800000">
              <a:off x="433308" y="3010677"/>
              <a:ext cx="2239400" cy="925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 rot="10800000">
              <a:off x="712234" y="3939630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128798" y="3181856"/>
            <a:ext cx="2304858" cy="1472780"/>
            <a:chOff x="228600" y="2733869"/>
            <a:chExt cx="2686137" cy="1716413"/>
          </a:xfrm>
        </p:grpSpPr>
        <p:sp>
          <p:nvSpPr>
            <p:cNvPr id="30" name="任意多边形: 形状 29"/>
            <p:cNvSpPr/>
            <p:nvPr/>
          </p:nvSpPr>
          <p:spPr>
            <a:xfrm>
              <a:off x="228600" y="2733869"/>
              <a:ext cx="2686137" cy="1716413"/>
            </a:xfrm>
            <a:custGeom>
              <a:avLst/>
              <a:gdLst>
                <a:gd name="connsiteX0" fmla="*/ 1292291 w 2584580"/>
                <a:gd name="connsiteY0" fmla="*/ 0 h 1651519"/>
                <a:gd name="connsiteX1" fmla="*/ 1425587 w 2584580"/>
                <a:gd name="connsiteY1" fmla="*/ 186614 h 1651519"/>
                <a:gd name="connsiteX2" fmla="*/ 2466172 w 2584580"/>
                <a:gd name="connsiteY2" fmla="*/ 186614 h 1651519"/>
                <a:gd name="connsiteX3" fmla="*/ 2584580 w 2584580"/>
                <a:gd name="connsiteY3" fmla="*/ 305022 h 1651519"/>
                <a:gd name="connsiteX4" fmla="*/ 2584580 w 2584580"/>
                <a:gd name="connsiteY4" fmla="*/ 1533111 h 1651519"/>
                <a:gd name="connsiteX5" fmla="*/ 2466172 w 2584580"/>
                <a:gd name="connsiteY5" fmla="*/ 1651519 h 1651519"/>
                <a:gd name="connsiteX6" fmla="*/ 118408 w 2584580"/>
                <a:gd name="connsiteY6" fmla="*/ 1651519 h 1651519"/>
                <a:gd name="connsiteX7" fmla="*/ 0 w 2584580"/>
                <a:gd name="connsiteY7" fmla="*/ 1533111 h 1651519"/>
                <a:gd name="connsiteX8" fmla="*/ 0 w 2584580"/>
                <a:gd name="connsiteY8" fmla="*/ 305022 h 1651519"/>
                <a:gd name="connsiteX9" fmla="*/ 118408 w 2584580"/>
                <a:gd name="connsiteY9" fmla="*/ 186614 h 1651519"/>
                <a:gd name="connsiteX10" fmla="*/ 1158995 w 2584580"/>
                <a:gd name="connsiteY10" fmla="*/ 186614 h 1651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4580" h="1651519">
                  <a:moveTo>
                    <a:pt x="1292291" y="0"/>
                  </a:moveTo>
                  <a:lnTo>
                    <a:pt x="1425587" y="186614"/>
                  </a:lnTo>
                  <a:lnTo>
                    <a:pt x="2466172" y="186614"/>
                  </a:lnTo>
                  <a:cubicBezTo>
                    <a:pt x="2531567" y="186614"/>
                    <a:pt x="2584580" y="239627"/>
                    <a:pt x="2584580" y="305022"/>
                  </a:cubicBezTo>
                  <a:lnTo>
                    <a:pt x="2584580" y="1533111"/>
                  </a:lnTo>
                  <a:cubicBezTo>
                    <a:pt x="2584580" y="1598506"/>
                    <a:pt x="2531567" y="1651519"/>
                    <a:pt x="2466172" y="1651519"/>
                  </a:cubicBezTo>
                  <a:lnTo>
                    <a:pt x="118408" y="1651519"/>
                  </a:lnTo>
                  <a:cubicBezTo>
                    <a:pt x="53013" y="1651519"/>
                    <a:pt x="0" y="1598506"/>
                    <a:pt x="0" y="1533111"/>
                  </a:cubicBezTo>
                  <a:lnTo>
                    <a:pt x="0" y="305022"/>
                  </a:lnTo>
                  <a:cubicBezTo>
                    <a:pt x="0" y="239627"/>
                    <a:pt x="53013" y="186614"/>
                    <a:pt x="118408" y="186614"/>
                  </a:cubicBezTo>
                  <a:lnTo>
                    <a:pt x="1158995" y="186614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EC5630"/>
              </a:solidFill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51968" y="3341890"/>
              <a:ext cx="2239400" cy="925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730896" y="3035760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5158959" y="2694928"/>
            <a:ext cx="290987" cy="290987"/>
            <a:chOff x="1380931" y="2313992"/>
            <a:chExt cx="438538" cy="438538"/>
          </a:xfrm>
        </p:grpSpPr>
        <p:sp>
          <p:nvSpPr>
            <p:cNvPr id="41" name="椭圆 40"/>
            <p:cNvSpPr/>
            <p:nvPr/>
          </p:nvSpPr>
          <p:spPr>
            <a:xfrm>
              <a:off x="1380931" y="2313992"/>
              <a:ext cx="438538" cy="43853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70994" y="2404055"/>
              <a:ext cx="258412" cy="258412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7490230" y="2941671"/>
            <a:ext cx="290987" cy="290987"/>
            <a:chOff x="1380931" y="2313992"/>
            <a:chExt cx="438538" cy="438538"/>
          </a:xfrm>
        </p:grpSpPr>
        <p:sp>
          <p:nvSpPr>
            <p:cNvPr id="44" name="椭圆 43"/>
            <p:cNvSpPr/>
            <p:nvPr/>
          </p:nvSpPr>
          <p:spPr>
            <a:xfrm>
              <a:off x="1380931" y="2313992"/>
              <a:ext cx="438538" cy="43853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70994" y="2404055"/>
              <a:ext cx="258412" cy="258412"/>
            </a:xfrm>
            <a:prstGeom prst="ellipse">
              <a:avLst/>
            </a:prstGeom>
            <a:gradFill>
              <a:gsLst>
                <a:gs pos="0">
                  <a:srgbClr val="C53811"/>
                </a:gs>
                <a:gs pos="100000">
                  <a:srgbClr val="EC5630"/>
                </a:gs>
              </a:gsLst>
              <a:lin ang="16200000" scaled="1"/>
            </a:gradFill>
            <a:ln>
              <a:noFill/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+mj-ea"/>
                <a:ea typeface="+mj-ea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 flipH="1" flipV="1">
            <a:off x="6497389" y="1250274"/>
            <a:ext cx="2304858" cy="1472780"/>
            <a:chOff x="228600" y="2733869"/>
            <a:chExt cx="2686137" cy="1716413"/>
          </a:xfrm>
        </p:grpSpPr>
        <p:sp>
          <p:nvSpPr>
            <p:cNvPr id="47" name="任意多边形: 形状 46"/>
            <p:cNvSpPr/>
            <p:nvPr/>
          </p:nvSpPr>
          <p:spPr>
            <a:xfrm>
              <a:off x="228600" y="2733869"/>
              <a:ext cx="2686137" cy="1716413"/>
            </a:xfrm>
            <a:custGeom>
              <a:avLst/>
              <a:gdLst>
                <a:gd name="connsiteX0" fmla="*/ 1292291 w 2584580"/>
                <a:gd name="connsiteY0" fmla="*/ 0 h 1651519"/>
                <a:gd name="connsiteX1" fmla="*/ 1425587 w 2584580"/>
                <a:gd name="connsiteY1" fmla="*/ 186614 h 1651519"/>
                <a:gd name="connsiteX2" fmla="*/ 2466172 w 2584580"/>
                <a:gd name="connsiteY2" fmla="*/ 186614 h 1651519"/>
                <a:gd name="connsiteX3" fmla="*/ 2584580 w 2584580"/>
                <a:gd name="connsiteY3" fmla="*/ 305022 h 1651519"/>
                <a:gd name="connsiteX4" fmla="*/ 2584580 w 2584580"/>
                <a:gd name="connsiteY4" fmla="*/ 1533111 h 1651519"/>
                <a:gd name="connsiteX5" fmla="*/ 2466172 w 2584580"/>
                <a:gd name="connsiteY5" fmla="*/ 1651519 h 1651519"/>
                <a:gd name="connsiteX6" fmla="*/ 118408 w 2584580"/>
                <a:gd name="connsiteY6" fmla="*/ 1651519 h 1651519"/>
                <a:gd name="connsiteX7" fmla="*/ 0 w 2584580"/>
                <a:gd name="connsiteY7" fmla="*/ 1533111 h 1651519"/>
                <a:gd name="connsiteX8" fmla="*/ 0 w 2584580"/>
                <a:gd name="connsiteY8" fmla="*/ 305022 h 1651519"/>
                <a:gd name="connsiteX9" fmla="*/ 118408 w 2584580"/>
                <a:gd name="connsiteY9" fmla="*/ 186614 h 1651519"/>
                <a:gd name="connsiteX10" fmla="*/ 1158995 w 2584580"/>
                <a:gd name="connsiteY10" fmla="*/ 186614 h 1651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4580" h="1651519">
                  <a:moveTo>
                    <a:pt x="1292291" y="0"/>
                  </a:moveTo>
                  <a:lnTo>
                    <a:pt x="1425587" y="186614"/>
                  </a:lnTo>
                  <a:lnTo>
                    <a:pt x="2466172" y="186614"/>
                  </a:lnTo>
                  <a:cubicBezTo>
                    <a:pt x="2531567" y="186614"/>
                    <a:pt x="2584580" y="239627"/>
                    <a:pt x="2584580" y="305022"/>
                  </a:cubicBezTo>
                  <a:lnTo>
                    <a:pt x="2584580" y="1533111"/>
                  </a:lnTo>
                  <a:cubicBezTo>
                    <a:pt x="2584580" y="1598506"/>
                    <a:pt x="2531567" y="1651519"/>
                    <a:pt x="2466172" y="1651519"/>
                  </a:cubicBezTo>
                  <a:lnTo>
                    <a:pt x="118408" y="1651519"/>
                  </a:lnTo>
                  <a:cubicBezTo>
                    <a:pt x="53013" y="1651519"/>
                    <a:pt x="0" y="1598506"/>
                    <a:pt x="0" y="1533111"/>
                  </a:cubicBezTo>
                  <a:lnTo>
                    <a:pt x="0" y="305022"/>
                  </a:lnTo>
                  <a:cubicBezTo>
                    <a:pt x="0" y="239627"/>
                    <a:pt x="53013" y="186614"/>
                    <a:pt x="118408" y="186614"/>
                  </a:cubicBezTo>
                  <a:lnTo>
                    <a:pt x="1158995" y="186614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EC5630"/>
              </a:solidFill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 rot="10800000">
              <a:off x="433308" y="3010677"/>
              <a:ext cx="2239400" cy="925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 rot="10800000">
              <a:off x="712234" y="3939630"/>
              <a:ext cx="16815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: 形状 23"/>
          <p:cNvSpPr/>
          <p:nvPr/>
        </p:nvSpPr>
        <p:spPr>
          <a:xfrm>
            <a:off x="0" y="4157472"/>
            <a:ext cx="9144000" cy="986028"/>
          </a:xfrm>
          <a:custGeom>
            <a:avLst/>
            <a:gdLst>
              <a:gd name="connsiteX0" fmla="*/ 365767 w 9144000"/>
              <a:gd name="connsiteY0" fmla="*/ 0 h 986028"/>
              <a:gd name="connsiteX1" fmla="*/ 8778233 w 9144000"/>
              <a:gd name="connsiteY1" fmla="*/ 0 h 986028"/>
              <a:gd name="connsiteX2" fmla="*/ 9144000 w 9144000"/>
              <a:gd name="connsiteY2" fmla="*/ 365767 h 986028"/>
              <a:gd name="connsiteX3" fmla="*/ 9144000 w 9144000"/>
              <a:gd name="connsiteY3" fmla="*/ 986028 h 986028"/>
              <a:gd name="connsiteX4" fmla="*/ 0 w 9144000"/>
              <a:gd name="connsiteY4" fmla="*/ 986028 h 986028"/>
              <a:gd name="connsiteX5" fmla="*/ 0 w 9144000"/>
              <a:gd name="connsiteY5" fmla="*/ 365767 h 986028"/>
              <a:gd name="connsiteX6" fmla="*/ 365767 w 9144000"/>
              <a:gd name="connsiteY6" fmla="*/ 0 h 986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00" h="986028">
                <a:moveTo>
                  <a:pt x="365767" y="0"/>
                </a:moveTo>
                <a:lnTo>
                  <a:pt x="8778233" y="0"/>
                </a:lnTo>
                <a:cubicBezTo>
                  <a:pt x="8980241" y="0"/>
                  <a:pt x="9144000" y="163759"/>
                  <a:pt x="9144000" y="365767"/>
                </a:cubicBezTo>
                <a:lnTo>
                  <a:pt x="9144000" y="986028"/>
                </a:lnTo>
                <a:lnTo>
                  <a:pt x="0" y="986028"/>
                </a:lnTo>
                <a:lnTo>
                  <a:pt x="0" y="365767"/>
                </a:lnTo>
                <a:cubicBezTo>
                  <a:pt x="0" y="163759"/>
                  <a:pt x="163759" y="0"/>
                  <a:pt x="365767" y="0"/>
                </a:cubicBezTo>
                <a:close/>
              </a:path>
            </a:pathLst>
          </a:custGeom>
          <a:gradFill flip="none" rotWithShape="1">
            <a:gsLst>
              <a:gs pos="50000">
                <a:srgbClr val="EC5630"/>
              </a:gs>
              <a:gs pos="100000">
                <a:srgbClr val="C5381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28600" y="120073"/>
            <a:ext cx="103909" cy="438727"/>
          </a:xfrm>
          <a:prstGeom prst="rect">
            <a:avLst/>
          </a:prstGeom>
          <a:gradFill>
            <a:gsLst>
              <a:gs pos="11000">
                <a:srgbClr val="EC5630"/>
              </a:gs>
              <a:gs pos="100000">
                <a:srgbClr val="C5381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/>
        </p:nvSpPr>
        <p:spPr>
          <a:xfrm>
            <a:off x="8515926" y="0"/>
            <a:ext cx="628073" cy="583897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1" y="48549"/>
            <a:ext cx="332696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rPr>
              <a:t>规划与未来</a:t>
            </a:r>
            <a:endParaRPr lang="zh-CN" altLang="en-US" sz="240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185" y="428096"/>
            <a:ext cx="1737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900">
                <a:solidFill>
                  <a:srgbClr val="71687A"/>
                </a:solidFill>
                <a:latin typeface="+mn-ea"/>
                <a:ea typeface="+mn-ea"/>
                <a:cs typeface="思源黑体 CN Normal" panose="020B0400000000000000" charset="-122"/>
              </a:rPr>
              <a:t>PLANNING AND THE FUTURE</a:t>
            </a:r>
            <a:endParaRPr lang="en-US" altLang="zh-CN" sz="900">
              <a:solidFill>
                <a:srgbClr val="71687A"/>
              </a:solidFill>
              <a:latin typeface="+mn-ea"/>
              <a:ea typeface="+mn-ea"/>
              <a:cs typeface="思源黑体 CN Normal" panose="020B0400000000000000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28407" y="2849286"/>
            <a:ext cx="2718296" cy="1456140"/>
            <a:chOff x="328407" y="2849286"/>
            <a:chExt cx="2718296" cy="1456140"/>
          </a:xfrm>
        </p:grpSpPr>
        <p:sp>
          <p:nvSpPr>
            <p:cNvPr id="14" name="矩形: 圆角 13"/>
            <p:cNvSpPr/>
            <p:nvPr/>
          </p:nvSpPr>
          <p:spPr>
            <a:xfrm>
              <a:off x="335903" y="2865426"/>
              <a:ext cx="2710800" cy="1440000"/>
            </a:xfrm>
            <a:prstGeom prst="roundRect">
              <a:avLst>
                <a:gd name="adj" fmla="val 7619"/>
              </a:avLst>
            </a:prstGeom>
            <a:solidFill>
              <a:schemeClr val="bg1"/>
            </a:solidFill>
            <a:ln w="3175">
              <a:solidFill>
                <a:srgbClr val="EC5630"/>
              </a:solidFill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328407" y="2849286"/>
              <a:ext cx="98790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 altLang="zh-CN" sz="3600" i="1">
                  <a:ln w="3175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1"/>
                    </a:gradFill>
                  </a:ln>
                  <a:gradFill flip="none" rotWithShape="1">
                    <a:gsLst>
                      <a:gs pos="0">
                        <a:srgbClr val="D66650">
                          <a:alpha val="0"/>
                        </a:srgbClr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01</a:t>
              </a:r>
              <a:endParaRPr lang="zh-CN" altLang="en-US" sz="3600" i="1">
                <a:ln w="3175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 flip="none" rotWithShape="1">
                  <a:gsLst>
                    <a:gs pos="0">
                      <a:srgbClr val="D66650">
                        <a:alpha val="0"/>
                      </a:srgbClr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631193" y="3420652"/>
              <a:ext cx="2246918" cy="79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631192" y="3125917"/>
              <a:ext cx="15133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205938" y="2849286"/>
            <a:ext cx="2718296" cy="1456140"/>
            <a:chOff x="328407" y="2849286"/>
            <a:chExt cx="2718296" cy="1456140"/>
          </a:xfrm>
        </p:grpSpPr>
        <p:sp>
          <p:nvSpPr>
            <p:cNvPr id="15" name="矩形: 圆角 14"/>
            <p:cNvSpPr/>
            <p:nvPr/>
          </p:nvSpPr>
          <p:spPr>
            <a:xfrm>
              <a:off x="335903" y="2865426"/>
              <a:ext cx="2710800" cy="1440000"/>
            </a:xfrm>
            <a:prstGeom prst="roundRect">
              <a:avLst>
                <a:gd name="adj" fmla="val 7619"/>
              </a:avLst>
            </a:prstGeom>
            <a:solidFill>
              <a:schemeClr val="bg1"/>
            </a:solidFill>
            <a:ln w="3175">
              <a:solidFill>
                <a:srgbClr val="EC5630"/>
              </a:solidFill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328407" y="2849286"/>
              <a:ext cx="98790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 altLang="zh-CN" sz="3600" i="1">
                  <a:ln w="3175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1"/>
                    </a:gradFill>
                  </a:ln>
                  <a:gradFill flip="none" rotWithShape="1">
                    <a:gsLst>
                      <a:gs pos="0">
                        <a:srgbClr val="D66650">
                          <a:alpha val="0"/>
                        </a:srgbClr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02</a:t>
              </a:r>
              <a:endParaRPr lang="zh-CN" altLang="en-US" sz="3600" i="1">
                <a:ln w="3175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 flip="none" rotWithShape="1">
                  <a:gsLst>
                    <a:gs pos="0">
                      <a:srgbClr val="D66650">
                        <a:alpha val="0"/>
                      </a:srgbClr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1193" y="3420652"/>
              <a:ext cx="2246918" cy="79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631192" y="3125917"/>
              <a:ext cx="15133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083469" y="2849286"/>
            <a:ext cx="2718296" cy="1456140"/>
            <a:chOff x="328407" y="2849286"/>
            <a:chExt cx="2718296" cy="1456140"/>
          </a:xfrm>
        </p:grpSpPr>
        <p:sp>
          <p:nvSpPr>
            <p:cNvPr id="20" name="矩形: 圆角 19"/>
            <p:cNvSpPr/>
            <p:nvPr/>
          </p:nvSpPr>
          <p:spPr>
            <a:xfrm>
              <a:off x="335903" y="2865426"/>
              <a:ext cx="2710800" cy="1440000"/>
            </a:xfrm>
            <a:prstGeom prst="roundRect">
              <a:avLst>
                <a:gd name="adj" fmla="val 7619"/>
              </a:avLst>
            </a:prstGeom>
            <a:solidFill>
              <a:schemeClr val="bg1"/>
            </a:solidFill>
            <a:ln w="3175">
              <a:solidFill>
                <a:srgbClr val="EC5630"/>
              </a:solidFill>
            </a:ln>
            <a:effectLst>
              <a:outerShdw blurRad="127000" dist="127000" dir="5400000" algn="t" rotWithShape="0">
                <a:srgbClr val="C53811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328407" y="2849286"/>
              <a:ext cx="98790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 altLang="zh-CN" sz="3600" i="1">
                  <a:ln w="3175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5400000" scaled="1"/>
                    </a:gradFill>
                  </a:ln>
                  <a:gradFill flip="none" rotWithShape="1">
                    <a:gsLst>
                      <a:gs pos="0">
                        <a:srgbClr val="D66650">
                          <a:alpha val="0"/>
                        </a:srgbClr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03</a:t>
              </a:r>
              <a:endParaRPr lang="zh-CN" altLang="en-US" sz="3600" i="1">
                <a:ln w="3175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 flip="none" rotWithShape="1">
                  <a:gsLst>
                    <a:gs pos="0">
                      <a:srgbClr val="D66650">
                        <a:alpha val="0"/>
                      </a:srgbClr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31193" y="3420652"/>
              <a:ext cx="2246918" cy="79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050">
                  <a:cs typeface="思源黑体 CN Normal" panose="020B0400000000000000" charset="-122"/>
                </a:rPr>
                <a:t>单击此处输入你的正文，文字是您思想的提炼，为了最终演示发布的良好效果</a:t>
              </a:r>
              <a:endParaRPr lang="zh-CN" altLang="en-US" sz="1050">
                <a:cs typeface="思源黑体 CN Normal" panose="020B0400000000000000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631192" y="3125917"/>
              <a:ext cx="15133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1600">
                  <a:ln w="38100">
                    <a:noFill/>
                  </a:ln>
                  <a:gradFill flip="none" rotWithShape="1">
                    <a:gsLst>
                      <a:gs pos="0">
                        <a:srgbClr val="D66650"/>
                      </a:gs>
                      <a:gs pos="100000">
                        <a:srgbClr val="EC5630"/>
                      </a:gs>
                    </a:gsLst>
                    <a:lin ang="16200000" scaled="1"/>
                    <a:tileRect/>
                  </a:gradFill>
                  <a:latin typeface="+mj-ea"/>
                  <a:ea typeface="+mj-ea"/>
                  <a:sym typeface="+mn-lt"/>
                </a:rPr>
                <a:t>添加标题内容</a:t>
              </a:r>
              <a:endParaRPr lang="zh-CN" altLang="en-US" sz="160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sym typeface="+mn-lt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387155" y="4595168"/>
            <a:ext cx="83745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pPr algn="dist"/>
            <a:r>
              <a:rPr lang="en-US" altLang="zh-CN" sz="900">
                <a:latin typeface="+mn-ea"/>
                <a:ea typeface="+mn-ea"/>
                <a:cs typeface="思源黑体 CN Normal" panose="020B0400000000000000" charset="-122"/>
              </a:rPr>
              <a:t>PLANNING AND THE FUTURE</a:t>
            </a:r>
            <a:endParaRPr lang="en-US" altLang="zh-CN" sz="900">
              <a:latin typeface="+mn-ea"/>
              <a:ea typeface="+mn-ea"/>
              <a:cs typeface="思源黑体 CN Normal" panose="020B0400000000000000" charset="-122"/>
            </a:endParaRPr>
          </a:p>
        </p:txBody>
      </p:sp>
      <p:pic>
        <p:nvPicPr>
          <p:cNvPr id="34" name="图片占位符 33"/>
          <p:cNvPicPr>
            <a:picLocks noGrp="1" noChangeAspect="1"/>
          </p:cNvPicPr>
          <p:nvPr>
            <p:ph type="pic" sz="quarter" idx="20"/>
          </p:nvPr>
        </p:nvPicPr>
        <p:blipFill>
          <a:blip r:embed="rId1" cstate="print"/>
          <a:srcRect/>
          <a:stretch>
            <a:fillRect/>
          </a:stretch>
        </p:blipFill>
        <p:spPr/>
      </p:pic>
      <p:pic>
        <p:nvPicPr>
          <p:cNvPr id="38" name="图片占位符 37"/>
          <p:cNvPicPr>
            <a:picLocks noGrp="1" noChangeAspect="1"/>
          </p:cNvPicPr>
          <p:nvPr>
            <p:ph type="pic" sz="quarter" idx="21"/>
          </p:nvPr>
        </p:nvPicPr>
        <p:blipFill>
          <a:blip r:embed="rId2" cstate="print"/>
          <a:srcRect/>
          <a:stretch>
            <a:fillRect/>
          </a:stretch>
        </p:blipFill>
        <p:spPr/>
      </p:pic>
      <p:pic>
        <p:nvPicPr>
          <p:cNvPr id="43" name="图片占位符 42"/>
          <p:cNvPicPr>
            <a:picLocks noGrp="1" noChangeAspect="1"/>
          </p:cNvPicPr>
          <p:nvPr>
            <p:ph type="pic" sz="quarter" idx="22"/>
          </p:nvPr>
        </p:nvPicPr>
        <p:blipFill>
          <a:blip r:embed="rId3" cstate="print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87351" y="4565879"/>
            <a:ext cx="8520112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 w="3175">
                  <a:noFill/>
                </a:ln>
                <a:solidFill>
                  <a:srgbClr val="EC5630">
                    <a:alpha val="20000"/>
                  </a:srgbClr>
                </a:solidFill>
                <a:effectLst/>
                <a:uLnTx/>
                <a:uFillTx/>
                <a:latin typeface="思源黑体 CN Heavy" panose="020B0A00000000000000" charset="-122"/>
                <a:ea typeface="思源宋体 CN Heavy" panose="02020900000000000000" charset="-122"/>
                <a:cs typeface="+mn-cs"/>
                <a:sym typeface="思源黑体 CN Normal" panose="020B0400000000000000" charset="-122"/>
              </a:rPr>
              <a:t>ENTERPRISE TRAINING</a:t>
            </a:r>
            <a:endParaRPr kumimoji="0" lang="en-US" altLang="zh-CN" sz="4400" b="0" i="0" u="none" strike="noStrike" kern="1200" cap="none" spc="0" normalizeH="0" baseline="0" noProof="0">
              <a:ln w="3175">
                <a:noFill/>
              </a:ln>
              <a:solidFill>
                <a:srgbClr val="EC5630">
                  <a:alpha val="20000"/>
                </a:srgbClr>
              </a:solidFill>
              <a:effectLst/>
              <a:uLnTx/>
              <a:uFillTx/>
              <a:latin typeface="思源黑体 CN Heavy" panose="020B0A00000000000000" charset="-122"/>
              <a:ea typeface="思源宋体 CN Heavy" panose="02020900000000000000" charset="-122"/>
              <a:cs typeface="+mn-cs"/>
              <a:sym typeface="思源黑体 CN Normal" panose="020B0400000000000000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5893904" y="0"/>
            <a:ext cx="3250096" cy="3021496"/>
          </a:xfrm>
          <a:custGeom>
            <a:avLst/>
            <a:gdLst>
              <a:gd name="connsiteX0" fmla="*/ 68699 w 3250096"/>
              <a:gd name="connsiteY0" fmla="*/ 0 h 3021496"/>
              <a:gd name="connsiteX1" fmla="*/ 988796 w 3250096"/>
              <a:gd name="connsiteY1" fmla="*/ 0 h 3021496"/>
              <a:gd name="connsiteX2" fmla="*/ 952101 w 3250096"/>
              <a:gd name="connsiteY2" fmla="*/ 100260 h 3021496"/>
              <a:gd name="connsiteX3" fmla="*/ 881414 w 3250096"/>
              <a:gd name="connsiteY3" fmla="*/ 567807 h 3021496"/>
              <a:gd name="connsiteX4" fmla="*/ 2453689 w 3250096"/>
              <a:gd name="connsiteY4" fmla="*/ 2140082 h 3021496"/>
              <a:gd name="connsiteX5" fmla="*/ 3203129 w 3250096"/>
              <a:gd name="connsiteY5" fmla="*/ 1950317 h 3021496"/>
              <a:gd name="connsiteX6" fmla="*/ 3250096 w 3250096"/>
              <a:gd name="connsiteY6" fmla="*/ 1921784 h 3021496"/>
              <a:gd name="connsiteX7" fmla="*/ 3250096 w 3250096"/>
              <a:gd name="connsiteY7" fmla="*/ 2886751 h 3021496"/>
              <a:gd name="connsiteX8" fmla="*/ 3183341 w 3250096"/>
              <a:gd name="connsiteY8" fmla="*/ 2911183 h 3021496"/>
              <a:gd name="connsiteX9" fmla="*/ 2453689 w 3250096"/>
              <a:gd name="connsiteY9" fmla="*/ 3021496 h 3021496"/>
              <a:gd name="connsiteX10" fmla="*/ 0 w 3250096"/>
              <a:gd name="connsiteY10" fmla="*/ 567807 h 3021496"/>
              <a:gd name="connsiteX11" fmla="*/ 49851 w 3250096"/>
              <a:gd name="connsiteY11" fmla="*/ 73303 h 302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0096" h="3021496">
                <a:moveTo>
                  <a:pt x="68699" y="0"/>
                </a:moveTo>
                <a:lnTo>
                  <a:pt x="988796" y="0"/>
                </a:lnTo>
                <a:lnTo>
                  <a:pt x="952101" y="100260"/>
                </a:lnTo>
                <a:cubicBezTo>
                  <a:pt x="906162" y="247958"/>
                  <a:pt x="881414" y="404993"/>
                  <a:pt x="881414" y="567807"/>
                </a:cubicBezTo>
                <a:cubicBezTo>
                  <a:pt x="881414" y="1436151"/>
                  <a:pt x="1585345" y="2140082"/>
                  <a:pt x="2453689" y="2140082"/>
                </a:cubicBezTo>
                <a:cubicBezTo>
                  <a:pt x="2725047" y="2140082"/>
                  <a:pt x="2980348" y="2071339"/>
                  <a:pt x="3203129" y="1950317"/>
                </a:cubicBezTo>
                <a:lnTo>
                  <a:pt x="3250096" y="1921784"/>
                </a:lnTo>
                <a:lnTo>
                  <a:pt x="3250096" y="2886751"/>
                </a:lnTo>
                <a:lnTo>
                  <a:pt x="3183341" y="2911183"/>
                </a:lnTo>
                <a:cubicBezTo>
                  <a:pt x="2952844" y="2982875"/>
                  <a:pt x="2707777" y="3021496"/>
                  <a:pt x="2453689" y="3021496"/>
                </a:cubicBezTo>
                <a:cubicBezTo>
                  <a:pt x="1098554" y="3021496"/>
                  <a:pt x="0" y="1922942"/>
                  <a:pt x="0" y="567807"/>
                </a:cubicBezTo>
                <a:cubicBezTo>
                  <a:pt x="0" y="398415"/>
                  <a:pt x="17165" y="233032"/>
                  <a:pt x="49851" y="73303"/>
                </a:cubicBezTo>
                <a:close/>
              </a:path>
            </a:pathLst>
          </a:custGeom>
          <a:gradFill flip="none" rotWithShape="1">
            <a:gsLst>
              <a:gs pos="0">
                <a:srgbClr val="EC5630"/>
              </a:gs>
              <a:gs pos="100000">
                <a:srgbClr val="C53811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06492" y="198735"/>
            <a:ext cx="71269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 w="38100">
                  <a:noFill/>
                </a:ln>
                <a:solidFill>
                  <a:srgbClr val="C53811"/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  <a:sym typeface="思源黑体 CN Normal" panose="020B0400000000000000" charset="-122"/>
              </a:rPr>
              <a:t>YOUR</a:t>
            </a:r>
            <a:endParaRPr kumimoji="0" lang="en-US" altLang="zh-CN" sz="1200" b="0" i="0" u="none" strike="noStrike" kern="1200" cap="none" spc="0" normalizeH="0" baseline="0" noProof="0">
              <a:ln w="38100">
                <a:noFill/>
              </a:ln>
              <a:solidFill>
                <a:srgbClr val="C53811"/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  <a:sym typeface="思源黑体 CN Normal" panose="020B0400000000000000" charset="-122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 w="38100">
                  <a:noFill/>
                </a:ln>
                <a:solidFill>
                  <a:srgbClr val="C53811"/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  <a:sym typeface="思源黑体 CN Normal" panose="020B0400000000000000" charset="-122"/>
              </a:rPr>
              <a:t>LOGO</a:t>
            </a:r>
            <a:endParaRPr kumimoji="0" lang="en-US" altLang="zh-CN" sz="1200" b="0" i="0" u="none" strike="noStrike" kern="1200" cap="none" spc="0" normalizeH="0" baseline="0" noProof="0">
              <a:ln w="38100">
                <a:noFill/>
              </a:ln>
              <a:solidFill>
                <a:srgbClr val="C53811"/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  <a:sym typeface="思源黑体 CN Normal" panose="020B0400000000000000" charset="-122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42526" y="1822539"/>
            <a:ext cx="468991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 w="38100">
                  <a:noFill/>
                </a:ln>
                <a:gradFill flip="none" rotWithShape="1">
                  <a:gsLst>
                    <a:gs pos="0">
                      <a:srgbClr val="D66650"/>
                    </a:gs>
                    <a:gs pos="100000">
                      <a:srgbClr val="EC5630"/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  <a:sym typeface="思源黑体 CN Normal" panose="020B0400000000000000" charset="-122"/>
              </a:rPr>
              <a:t>感谢大家的观看</a:t>
            </a:r>
            <a:endParaRPr kumimoji="0" lang="zh-CN" altLang="en-US" sz="4000" b="0" i="0" u="none" strike="noStrike" kern="1200" cap="none" spc="0" normalizeH="0" baseline="0" noProof="0">
              <a:ln w="38100">
                <a:noFill/>
              </a:ln>
              <a:gradFill flip="none" rotWithShape="1">
                <a:gsLst>
                  <a:gs pos="0">
                    <a:srgbClr val="D66650"/>
                  </a:gs>
                  <a:gs pos="100000">
                    <a:srgbClr val="EC5630"/>
                  </a:gs>
                </a:gsLst>
                <a:lin ang="16200000" scaled="1"/>
                <a:tileRect/>
              </a:gra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  <a:sym typeface="思源黑体 CN Normal" panose="020B0400000000000000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15032" y="2576577"/>
            <a:ext cx="4818615" cy="551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单击此处输入你的正文，文字是您思想的提炼，为了最终演示发布的良好效果，请尽量言简意赅的阐述观点；</a:t>
            </a:r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5288" y="4276023"/>
            <a:ext cx="226247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 w="38100"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  <a:sym typeface="思源黑体 CN Normal" panose="020B0400000000000000" charset="-122"/>
              </a:rPr>
              <a:t>金山办公软件有限公司</a:t>
            </a:r>
            <a:endParaRPr kumimoji="0" lang="en-US" altLang="zh-CN" sz="1400" b="0" i="0" u="none" strike="noStrike" kern="1200" cap="none" spc="0" normalizeH="0" baseline="0" noProof="0">
              <a:ln w="38100"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  <a:sym typeface="思源黑体 CN Normal" panose="020B0400000000000000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450914" y="1356771"/>
            <a:ext cx="625919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 w="38100"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  <a:sym typeface="思源黑体 CN Normal" panose="020B0400000000000000" charset="-122"/>
              </a:rPr>
              <a:t>——</a:t>
            </a:r>
            <a:r>
              <a:rPr kumimoji="0" lang="zh-CN" altLang="en-US" sz="2000" b="0" i="0" u="none" strike="noStrike" kern="1200" cap="none" spc="0" normalizeH="0" baseline="0" noProof="0">
                <a:ln w="38100"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  <a:sym typeface="思源黑体 CN Normal" panose="020B0400000000000000" charset="-122"/>
              </a:rPr>
              <a:t>商务风通用企业培训</a:t>
            </a:r>
            <a:endParaRPr kumimoji="0" lang="zh-CN" altLang="en-US" sz="2000" b="0" i="0" u="none" strike="noStrike" kern="1200" cap="none" spc="0" normalizeH="0" baseline="0" noProof="0">
              <a:ln w="38100"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  <a:sym typeface="思源黑体 CN Normal" panose="020B0400000000000000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479178" y="3443237"/>
            <a:ext cx="1349987" cy="28904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53811"/>
              </a:gs>
              <a:gs pos="100000">
                <a:srgbClr val="EC5630"/>
              </a:gs>
            </a:gsLst>
            <a:lin ang="16200000" scaled="1"/>
          </a:gradFill>
          <a:ln>
            <a:noFill/>
          </a:ln>
          <a:effectLst>
            <a:outerShdw blurRad="127000" dist="127000" dir="5400000" algn="t" rotWithShape="0">
              <a:srgbClr val="C53811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>人力资源部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>
          <a:xfrm>
            <a:off x="5638800" y="0"/>
            <a:ext cx="350519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稻壳品牌介绍页-b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923" y="0"/>
            <a:ext cx="9171146" cy="51587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024000" y="720566"/>
            <a:ext cx="2963228" cy="52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ts val="3400"/>
              </a:lnSpc>
            </a:pPr>
            <a:r>
              <a:rPr lang="zh-CN" altLang="en-US" sz="195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一站式办公内容服务平台</a:t>
            </a:r>
            <a:endParaRPr lang="zh-CN" altLang="en-US" sz="1950" b="1">
              <a:solidFill>
                <a:srgbClr val="22222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9" name="图片 8" descr="稻壳新logo-标准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16" y="737711"/>
            <a:ext cx="1232059" cy="378143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3029426" y="1471136"/>
            <a:ext cx="5928836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lnSpc>
                <a:spcPts val="2000"/>
              </a:lnSpc>
            </a:pPr>
            <a:r>
              <a:rPr lang="zh-CN" altLang="en-US" sz="165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</a:t>
            </a:r>
            <a:r>
              <a:rPr lang="zh-CN" altLang="en-US" sz="15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大模板库</a:t>
            </a:r>
            <a:r>
              <a:rPr lang="en-US" altLang="zh-CN" sz="1500">
                <a:solidFill>
                  <a:srgbClr val="D7D7D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|</a:t>
            </a:r>
            <a:r>
              <a:rPr lang="en-US" altLang="zh-CN" sz="1650" b="1">
                <a:solidFill>
                  <a:srgbClr val="D7D7D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zh-CN" altLang="en-US" sz="165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10</a:t>
            </a:r>
            <a:r>
              <a:rPr lang="zh-CN" altLang="en-US" sz="15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大素材库</a:t>
            </a:r>
            <a:r>
              <a:rPr lang="en-US" altLang="zh-CN" sz="1500">
                <a:solidFill>
                  <a:srgbClr val="D7D7D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| </a:t>
            </a:r>
            <a:r>
              <a:rPr lang="zh-CN" altLang="en-US" sz="150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千万</a:t>
            </a:r>
            <a:r>
              <a:rPr lang="zh-CN" altLang="en-US" sz="15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文库资源</a:t>
            </a:r>
            <a:r>
              <a:rPr lang="en-US" altLang="zh-CN" sz="1500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en-US" altLang="zh-CN" sz="1500">
                <a:solidFill>
                  <a:srgbClr val="D7D7D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| </a:t>
            </a:r>
            <a:r>
              <a:rPr lang="zh-CN" altLang="en-US" sz="165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60</a:t>
            </a:r>
            <a:r>
              <a:rPr lang="en-US" altLang="zh-CN" sz="165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+</a:t>
            </a:r>
            <a:r>
              <a:rPr lang="zh-CN" altLang="en-US" sz="15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项AI应用服务</a:t>
            </a:r>
            <a:endParaRPr lang="zh-CN" altLang="en-US" sz="1500" b="1">
              <a:solidFill>
                <a:srgbClr val="22222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006090" y="2416969"/>
            <a:ext cx="5484495" cy="347186"/>
            <a:chOff x="6351" y="5593"/>
            <a:chExt cx="11516" cy="729"/>
          </a:xfrm>
        </p:grpSpPr>
        <p:sp>
          <p:nvSpPr>
            <p:cNvPr id="7" name="文本框 6"/>
            <p:cNvSpPr txBox="1"/>
            <p:nvPr/>
          </p:nvSpPr>
          <p:spPr>
            <a:xfrm>
              <a:off x="9875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图标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1066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图片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200" y="5593"/>
              <a:ext cx="1027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文库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3447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简历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351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模板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522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图表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713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字体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4581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备课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5743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组卷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6933" y="5593"/>
              <a:ext cx="934" cy="7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2000"/>
                </a:lnSpc>
              </a:pPr>
              <a:r>
                <a:rPr lang="zh-CN" altLang="en-US" sz="675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海报</a:t>
              </a:r>
              <a:endParaRPr lang="zh-CN" altLang="en-US" sz="675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pic>
        <p:nvPicPr>
          <p:cNvPr id="19" name="图片 18" descr="PPT模板-品牌介绍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00" y="3517106"/>
            <a:ext cx="864000" cy="86400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3007995" y="3206115"/>
            <a:ext cx="5739130" cy="1645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【声明】 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本数字作品由稻壳儿提供，稻壳儿尊重知识产权，并注重保护原创设计师及用户享有的各项权利。更多优质内容前往：https://www.docer.com/?from=pinpai 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郑重提醒：您对数字作品的使用行为应当遵循《WPS稻壳儿平台服务使用协议》（https://www.wps.cn/privacy/clean_docer）、《稻壳商用授权许可协议》（</a:t>
            </a:r>
            <a:r>
              <a:rPr lang="en-US" altLang="zh-CN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https://clientweb.docer.wps.cn/activity/commercialdocer</a:t>
            </a: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en-US" altLang="zh-CN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protocol</a:t>
            </a: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en-US" altLang="zh-CN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202201/</a:t>
            </a: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）的相关约定，包括但不限于：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1、如您已购买稻壳个人商用特权，则您可在商用特权授权有效期内在《稻壳商用授权许可协议》中个人商用特权范围内使用数字作品，数字作品仅用于以自然人为主体从事的商业盈利行为。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2、如您代表您所在的组织已购买稻壳企业商用特权，则您所代表的组织可在商用特权授权有效期内在《稻壳商用授权许可协议》中企业商用特权范围内使用数字作品。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、如您未购买任何稻壳商用特权（特别提示：稻壳会员及超级会员权益中不包含稻壳商用特权），则数字作品本身（包括但不限于文字模板、表格模板、演示模板等）及其包含的全部素材（包括但不限于字体、图片、图标、文本框、艺术字等）均不支持商用，仅能为您个人学习、研究或欣赏目的使用。 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4、您不可将数字作品中的全部或部分内容用于复制再出售，或以出租、出借、转让、分销、发布等其他任何直接、间接方式提供给他人使用。 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5、您不可将数字作品接入网站、平台等，或以任意方式为他人提供数字作品下载。 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6、数字作品中包含的内容仅供参考，稻壳儿不保证真实性、正确性、有效性、完整性和准确性，不代表稻壳儿的立场和观点，也不构成对您的任何建议。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30852" y="1731915"/>
            <a:ext cx="6109813" cy="2605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fontAlgn="auto">
              <a:lnSpc>
                <a:spcPts val="2000"/>
              </a:lnSpc>
            </a:pPr>
            <a:r>
              <a:rPr lang="zh-CN" altLang="en-US" sz="900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资源全面、质量精美专业，提升工作学习质量与效率，打造极致高效的办公体验。稻壳儿，让办公更轻松。</a:t>
            </a:r>
            <a:endParaRPr lang="zh-CN" altLang="en-US" sz="900">
              <a:solidFill>
                <a:srgbClr val="22222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03421" y="4307681"/>
            <a:ext cx="1137285" cy="232410"/>
            <a:chOff x="1357" y="9045"/>
            <a:chExt cx="2388" cy="488"/>
          </a:xfrm>
        </p:grpSpPr>
        <p:sp>
          <p:nvSpPr>
            <p:cNvPr id="3" name="文本框 2"/>
            <p:cNvSpPr txBox="1"/>
            <p:nvPr/>
          </p:nvSpPr>
          <p:spPr>
            <a:xfrm>
              <a:off x="1357" y="9045"/>
              <a:ext cx="2388" cy="48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ts val="1100"/>
                </a:lnSpc>
              </a:pPr>
              <a:r>
                <a:rPr lang="zh-CN" altLang="en-US" sz="600" kern="1600" spc="20">
                  <a:solidFill>
                    <a:srgbClr val="222222">
                      <a:alpha val="60000"/>
                    </a:srgbClr>
                  </a:solidFill>
                  <a:uFillTx/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扫码了解更多特权</a:t>
              </a:r>
              <a:endParaRPr lang="zh-CN" altLang="en-US" sz="600" kern="1600" spc="20">
                <a:solidFill>
                  <a:srgbClr val="222222">
                    <a:alpha val="60000"/>
                  </a:srgbClr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5" name="图片 4" descr="扫码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71" y="9199"/>
              <a:ext cx="180" cy="180"/>
            </a:xfrm>
            <a:prstGeom prst="rect">
              <a:avLst/>
            </a:prstGeom>
          </p:spPr>
        </p:pic>
      </p:grpSp>
      <p:pic>
        <p:nvPicPr>
          <p:cNvPr id="25" name="图片 24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1339" y="2139791"/>
            <a:ext cx="5363051" cy="352901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jb3VudCI6NywiaGRpZCI6IjkzYjEzOTk3Nzc1MzEyNmNhZDkxMmE5YjM3ZmJiMTI1IiwidXNlckNvdW50IjoxfQ=="/>
  <p:tag name="ISLIDE.GUIDESSETTING" val="{&quot;Id&quot;:&quot;GuidesStyle_Narrow&quot;,&quot;Name&quot;:&quot;较窄&quot;,&quot;Kind&quot;:&quot;System&quot;,&quot;OldGuidesSetting&quot;:{&quot;HeaderHeight&quot;:10.0,&quot;FooterHeight&quot;:5.0,&quot;SideMargin&quot;:2.5,&quot;TopMargin&quot;:0.0,&quot;BottomMargin&quot;:0.0,&quot;IntervalMargin&quot;:1.0}}"/>
  <p:tag name="KSO_WPP_MARK_KEY" val="6a11ed2b-1b3f-46ae-8f64-9de74c59b88f"/>
</p:tagLst>
</file>

<file path=ppt/theme/theme1.xml><?xml version="1.0" encoding="utf-8"?>
<a:theme xmlns:a="http://schemas.openxmlformats.org/drawingml/2006/main" name="1_Office 主题">
  <a:themeElements>
    <a:clrScheme name="自定义 1058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C53811"/>
      </a:accent1>
      <a:accent2>
        <a:srgbClr val="F4804D"/>
      </a:accent2>
      <a:accent3>
        <a:srgbClr val="D8D8D8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自定义 136">
      <a:majorFont>
        <a:latin typeface="思源黑体 CN Heavy"/>
        <a:ea typeface="思源宋体 CN Heavy"/>
        <a:cs typeface=""/>
      </a:majorFont>
      <a:minorFont>
        <a:latin typeface="思源黑体 CN Normal"/>
        <a:ea typeface="思源黑体 CN Normal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黑体"/>
        <a:font script="Hebr" typeface="黑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黑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商务风年中总结汇报通用模板</Template>
  <TotalTime>0</TotalTime>
  <Words>5264</Words>
  <Application>WPS 演示</Application>
  <PresentationFormat>全屏显示(16:9)</PresentationFormat>
  <Paragraphs>521</Paragraphs>
  <Slides>26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60" baseType="lpstr">
      <vt:lpstr>Arial</vt:lpstr>
      <vt:lpstr>宋体</vt:lpstr>
      <vt:lpstr>Wingdings</vt:lpstr>
      <vt:lpstr>思源黑体 CN Normal</vt:lpstr>
      <vt:lpstr>汉仪中黑KW</vt:lpstr>
      <vt:lpstr>黑体</vt:lpstr>
      <vt:lpstr>Oswald</vt:lpstr>
      <vt:lpstr>等线</vt:lpstr>
      <vt:lpstr>Aharoni</vt:lpstr>
      <vt:lpstr>苹方-简</vt:lpstr>
      <vt:lpstr>汉仪中等线KW</vt:lpstr>
      <vt:lpstr>宋体-简</vt:lpstr>
      <vt:lpstr>汉仪旗黑-50S</vt:lpstr>
      <vt:lpstr>思源黑体 CN Heavy</vt:lpstr>
      <vt:lpstr>思源宋体 CN Heavy</vt:lpstr>
      <vt:lpstr>汉仪书宋二KW</vt:lpstr>
      <vt:lpstr>微软雅黑</vt:lpstr>
      <vt:lpstr>汉仪旗黑</vt:lpstr>
      <vt:lpstr>宋体</vt:lpstr>
      <vt:lpstr>Arial Unicode MS</vt:lpstr>
      <vt:lpstr>思源黑体 CN Heavy</vt:lpstr>
      <vt:lpstr>思源宋体 CN Heavy</vt:lpstr>
      <vt:lpstr>思源黑体 CN Normal</vt:lpstr>
      <vt:lpstr>黑体</vt:lpstr>
      <vt:lpstr>宋体</vt:lpstr>
      <vt:lpstr>quote-cjk-patch</vt:lpstr>
      <vt:lpstr>Arial</vt:lpstr>
      <vt:lpstr>Thonburi</vt:lpstr>
      <vt:lpstr>Menlo</vt:lpstr>
      <vt:lpstr>华文仿宋</vt:lpstr>
      <vt:lpstr>华文宋体</vt:lpstr>
      <vt:lpstr>华文楷体</vt:lpstr>
      <vt:lpstr>1_Office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Teddy</cp:lastModifiedBy>
  <cp:revision>64</cp:revision>
  <dcterms:created xsi:type="dcterms:W3CDTF">2025-12-13T04:36:02Z</dcterms:created>
  <dcterms:modified xsi:type="dcterms:W3CDTF">2025-12-13T04:36:02Z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KSOTemplateUUID">
    <vt:lpwstr>v1.0_mb_DhxL/uU5GKoxM7/xTTZ3IQ==</vt:lpwstr>
  </property>
  <property fmtid="{D5CDD505-2E9C-101B-9397-08002B2CF9AE}" pid="4" name="ICV">
    <vt:lpwstr>DA3D5C060DB0F6C514E93C692A768E1D_43</vt:lpwstr>
  </property>
</Properties>
</file>